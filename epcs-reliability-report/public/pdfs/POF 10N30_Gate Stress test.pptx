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359" r:id="rId2"/>
    <p:sldId id="324" r:id="rId3"/>
    <p:sldId id="269" r:id="rId4"/>
    <p:sldId id="270" r:id="rId5"/>
    <p:sldId id="271" r:id="rId6"/>
    <p:sldId id="272" r:id="rId7"/>
    <p:sldId id="302" r:id="rId8"/>
    <p:sldId id="300" r:id="rId9"/>
    <p:sldId id="280" r:id="rId10"/>
    <p:sldId id="293" r:id="rId11"/>
    <p:sldId id="277" r:id="rId12"/>
    <p:sldId id="306" r:id="rId13"/>
    <p:sldId id="28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75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65" autoAdjust="0"/>
    <p:restoredTop sz="96357" autoAdjust="0"/>
  </p:normalViewPr>
  <p:slideViewPr>
    <p:cSldViewPr snapToGrid="0" snapToObjects="1">
      <p:cViewPr varScale="1">
        <p:scale>
          <a:sx n="113" d="100"/>
          <a:sy n="113" d="100"/>
        </p:scale>
        <p:origin x="5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3648-2745-404C-AB28-DBFC1931C62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18E68-0542-47E9-9A0D-1605328C5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5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508B-0200-B047-9495-4C9EAF39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B50CB-6A38-694D-9E72-B41CCD23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83A19-A819-9A4A-ABD1-6F513CBE67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EPC.SPACE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FA0FC-6AA3-FD49-8E73-4F426466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1632D-9FED-2D41-89A3-82DD84E0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picture containing nature, blue, sky, water&#10;&#10;Description automatically generated">
            <a:extLst>
              <a:ext uri="{FF2B5EF4-FFF2-40B4-BE49-F238E27FC236}">
                <a16:creationId xmlns:a16="http://schemas.microsoft.com/office/drawing/2014/main" id="{A143E2E1-DA84-2E4A-B55A-4006D4C0F2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F5E07E3F-0306-BF43-A4DD-BE09B12C35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9800" y="2867819"/>
            <a:ext cx="8037560" cy="112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65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sky, blue, star, man&#10;&#10;Description automatically generated">
            <a:extLst>
              <a:ext uri="{FF2B5EF4-FFF2-40B4-BE49-F238E27FC236}">
                <a16:creationId xmlns:a16="http://schemas.microsoft.com/office/drawing/2014/main" id="{FC79CBE9-4CCF-3546-9D30-A0B4654A89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F508B-0200-B047-9495-4C9EAF39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5156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B50CB-6A38-694D-9E72-B41CCD23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44831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15787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9B15706F-144A-F940-B109-65DD5C274E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F508B-0200-B047-9495-4C9EAF39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B50CB-6A38-694D-9E72-B41CCD23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11E24CA-704B-41D0-AB1E-3661E2C6D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EPC.SPACE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D9ECD9-4D4F-4F30-8264-2B6FD1AD0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21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BE1F61F0-FF18-BF4A-A61F-6B90A1A730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A617B3C-C1F9-4CBA-A0AE-798C304F9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90D575-AE5F-4284-ACC9-19693D95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8FF12DA-9916-4890-B5A6-0CF20E19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18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C8D228E-B119-490F-9544-AFCDF22E6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668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6815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BE1F61F0-FF18-BF4A-A61F-6B90A1A730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A617B3C-C1F9-4CBA-A0AE-798C304F9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90D575-AE5F-4284-ACC9-19693D95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15A3667-8500-451B-9217-F70A5C24D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763" y="437792"/>
            <a:ext cx="10993549" cy="889851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37CA25B-B78C-4576-B81A-4A17321CCB5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81192" y="2097297"/>
            <a:ext cx="11029616" cy="3877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2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BA768-88BB-2345-8D04-45C8E50C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73855-67E0-CA47-BB49-EF3744F88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36CF888-1C26-405D-8360-530C329E4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C6565A3-050A-4704-8A68-488434451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9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4BEBC-DA7F-624F-AE81-47FCD70B8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C0968-B931-2446-B6B8-A57CF33B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9039934-44FF-437F-9AD4-6845EF2DBB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1F7B4AB-75F5-49BC-8F8C-3EC32B39D3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75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BA92-21DE-2F40-AFCE-39EDAC5A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D7F41-27E4-3641-A607-6101F4480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091D05-70C4-1245-B07A-C9D57B6F5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CAD9715-3D59-432B-A312-17C96803DA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799AA6C-8935-4CE5-96AF-52752C99D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93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1CD20-EF45-C54D-A54D-D3B541E94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64293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EA387-3CF9-9547-BBE3-253A97455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8033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3AF46-BE02-894C-B902-A65B0DD75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04243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29F7DB-53D3-FC47-B5C5-2D5EA0218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80329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28F9E7-A88A-D943-B162-EA20D63F3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0424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65D8C86-80C2-4212-92C9-C673ACB62C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3C147D-FB9A-498C-9D5B-37FEDB4614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6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338E5-D337-D94A-8827-77735A032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535A825-D932-4B23-B7DE-CC511F046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0D5E666-150C-4667-857C-C124D4AE7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78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D6D4BFE-B36B-4D44-BC8E-2470B29A58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DB116-ED7D-4491-B0AB-C474840F8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07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AEBC9-1831-DE49-B4BD-57705E28C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4601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BEDAB-75CF-D246-8091-FA604B68D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948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079587-65B1-7E4B-9159-65CCF860C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648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E3AC454-7498-488F-B76B-2D30C16DFD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2B73450-9FB1-48E9-9A6F-E9011B783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4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A8C3C-2F37-5C4A-A738-F881B14E9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84C531-C056-7A44-8BAE-F83058759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F5E64-3913-5840-BD76-E0ED1FF0A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ECA6F3D-958A-4521-9FF0-4C295EF45B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A11C9C0-15BD-41E3-ABCC-26D3BAEBF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51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DF9E-0921-5F40-9AE5-65532AE2D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29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16C35-90F3-EE4C-8A60-1E587FA06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408699F-BC2E-47A1-89F9-061188174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7E6521A-1908-426C-8D52-247AFB727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65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E22814-E726-C547-9BC2-9EFA0542E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23452"/>
            <a:ext cx="2628900" cy="54436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73289-ADA4-D64B-AA2A-A10D69CFD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23452"/>
            <a:ext cx="7734300" cy="54436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F734181-5E9B-4D00-91B8-492F2F199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0D9BC53-3FE7-48D8-9877-70440E6CE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57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763" y="603971"/>
            <a:ext cx="10993549" cy="889851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8763" y="1515060"/>
            <a:ext cx="10993546" cy="59032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0A1A658-C697-48B6-A38E-1EE8EB216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2" y="2097297"/>
            <a:ext cx="11029616" cy="3877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5E3102E-DD8B-4D04-A8B4-B6950ABB5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Epc.space</a:t>
            </a:r>
          </a:p>
        </p:txBody>
      </p:sp>
    </p:spTree>
    <p:extLst>
      <p:ext uri="{BB962C8B-B14F-4D97-AF65-F5344CB8AC3E}">
        <p14:creationId xmlns:p14="http://schemas.microsoft.com/office/powerpoint/2010/main" val="11341791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856057"/>
            <a:ext cx="11029616" cy="4747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251A69E-2577-42CE-8F19-B8BAF8BC6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2" y="1623225"/>
            <a:ext cx="11029616" cy="3877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04B791F-57C0-429A-A0C2-A6B276BC9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Epc.space</a:t>
            </a:r>
          </a:p>
        </p:txBody>
      </p:sp>
    </p:spTree>
    <p:extLst>
      <p:ext uri="{BB962C8B-B14F-4D97-AF65-F5344CB8AC3E}">
        <p14:creationId xmlns:p14="http://schemas.microsoft.com/office/powerpoint/2010/main" val="23905102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38200" y="1122363"/>
            <a:ext cx="10515600" cy="5140214"/>
          </a:xfrm>
        </p:spPr>
        <p:txBody>
          <a:bodyPr anchor="b"/>
          <a:lstStyle>
            <a:lvl1pPr algn="ctr">
              <a:defRPr sz="6000" baseline="0"/>
            </a:lvl1pPr>
          </a:lstStyle>
          <a:p>
            <a:r>
              <a:rPr lang="en-US" dirty="0"/>
              <a:t>Click to edit content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65DC6-3FA1-4FEB-B274-F5806A825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31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072CE035-55A2-493F-8D9C-8DD89E8C6C5E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46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941F4-EE6A-0243-9954-A988F3A8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1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7CA05-E293-6D4F-9153-AF706238A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0668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E0464-4D62-104F-8A7B-F404C1390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98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1" r:id="rId3"/>
    <p:sldLayoutId id="2147483660" r:id="rId4"/>
    <p:sldLayoutId id="2147483665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3" r:id="rId16"/>
    <p:sldLayoutId id="2147483664" r:id="rId17"/>
    <p:sldLayoutId id="2147483666" r:id="rId1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panose="020B0604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16B3-AB76-4ACB-96F7-C2A3B775F3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VGS STRESS TEST</a:t>
            </a:r>
            <a:br>
              <a:rPr lang="en-US" sz="3600" dirty="0"/>
            </a:br>
            <a:r>
              <a:rPr lang="en-US" sz="3600" dirty="0"/>
              <a:t>FBG10N30</a:t>
            </a:r>
          </a:p>
        </p:txBody>
      </p:sp>
    </p:spTree>
    <p:extLst>
      <p:ext uri="{BB962C8B-B14F-4D97-AF65-F5344CB8AC3E}">
        <p14:creationId xmlns:p14="http://schemas.microsoft.com/office/powerpoint/2010/main" val="1095018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9EBEC-8797-4226-80CE-B043E8BAE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DC STRESS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204387-1BCC-4094-AF5F-296C7B494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DFE18-589A-4166-ABF3-5894D19980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Parts were grouped and run at successively higher voltage.</a:t>
            </a:r>
          </a:p>
          <a:p>
            <a:r>
              <a:rPr lang="en-US" dirty="0"/>
              <a:t>Stress DC Testing: Tested variations of VGS voltages over temperature over multiple 20 hours test times</a:t>
            </a:r>
          </a:p>
          <a:p>
            <a:r>
              <a:rPr lang="en-US" dirty="0"/>
              <a:t>V</a:t>
            </a:r>
            <a:r>
              <a:rPr lang="en-US" sz="3200" dirty="0"/>
              <a:t>GS Tested : 4V to 8V at Temperatures of 110C, 130C, 150C, 170C</a:t>
            </a:r>
          </a:p>
          <a:p>
            <a:r>
              <a:rPr lang="en-US" dirty="0"/>
              <a:t>Test period was ~18 hours (Overnight)</a:t>
            </a:r>
          </a:p>
          <a:p>
            <a:r>
              <a:rPr lang="en-US" dirty="0"/>
              <a:t>Parts tested with full parametric test on Focused tester after every step.</a:t>
            </a:r>
          </a:p>
          <a:p>
            <a:r>
              <a:rPr lang="en-US" dirty="0"/>
              <a:t>Parts with very high leakage were removed at each step</a:t>
            </a:r>
          </a:p>
          <a:p>
            <a:r>
              <a:rPr lang="en-US" dirty="0"/>
              <a:t>X axis (voltage represents Applied stress voltage not test voltage)</a:t>
            </a:r>
          </a:p>
        </p:txBody>
      </p:sp>
    </p:spTree>
    <p:extLst>
      <p:ext uri="{BB962C8B-B14F-4D97-AF65-F5344CB8AC3E}">
        <p14:creationId xmlns:p14="http://schemas.microsoft.com/office/powerpoint/2010/main" val="245258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C86B1C-CC12-4DC3-AFD0-EA5188309FB6}"/>
              </a:ext>
            </a:extLst>
          </p:cNvPr>
          <p:cNvSpPr txBox="1"/>
          <p:nvPr/>
        </p:nvSpPr>
        <p:spPr>
          <a:xfrm>
            <a:off x="72736" y="193510"/>
            <a:ext cx="3002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HTRB OVEN LOGS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DB97A8-C54F-428A-A981-5766ED4D2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92" y="3766313"/>
            <a:ext cx="4584589" cy="25910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039BC3-DEA4-4F2C-B475-0332016CC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781" y="936962"/>
            <a:ext cx="4584589" cy="2591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3C1039B-563F-4F26-AC30-A14D8136A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705" y="3766313"/>
            <a:ext cx="4584588" cy="26124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B0AA9C-9AC4-453C-A5DC-47BED60044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992" y="936962"/>
            <a:ext cx="4584589" cy="25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608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E6549C-3101-42A9-B39B-0146DF250BEF}"/>
              </a:ext>
            </a:extLst>
          </p:cNvPr>
          <p:cNvSpPr txBox="1"/>
          <p:nvPr/>
        </p:nvSpPr>
        <p:spPr>
          <a:xfrm>
            <a:off x="110837" y="257996"/>
            <a:ext cx="649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HTGB OVEN LOGS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FC55EA-4FF0-4498-BE95-4475D2F80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705" y="3768498"/>
            <a:ext cx="4584589" cy="25666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4FE71B-2E53-4BBC-AD0F-EDEA0CCAD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06" y="3768498"/>
            <a:ext cx="4584589" cy="25666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14C82F-111C-4036-8451-6795465EC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207" y="822261"/>
            <a:ext cx="4584589" cy="25666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43D81E-0022-406B-8739-F46CEC325A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704" y="822261"/>
            <a:ext cx="4584589" cy="256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18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217B9C8-CF47-46A2-AA0C-53827DA31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705" y="3883825"/>
            <a:ext cx="4584589" cy="27556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E6549C-3101-42A9-B39B-0146DF250BEF}"/>
              </a:ext>
            </a:extLst>
          </p:cNvPr>
          <p:cNvSpPr txBox="1"/>
          <p:nvPr/>
        </p:nvSpPr>
        <p:spPr>
          <a:xfrm>
            <a:off x="113125" y="208890"/>
            <a:ext cx="45845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IDSS</a:t>
            </a:r>
            <a:r>
              <a:rPr lang="en-US" sz="2800" dirty="0"/>
              <a:t>  - </a:t>
            </a:r>
            <a:r>
              <a:rPr lang="en-US" sz="2800" dirty="0">
                <a:solidFill>
                  <a:schemeClr val="bg1"/>
                </a:solidFill>
              </a:rPr>
              <a:t>HTGB  Stress  Voltage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47C920-48BB-4890-883B-E34F0E8BD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26" y="3883827"/>
            <a:ext cx="4584589" cy="27556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55DCC9-7A70-4014-B51F-D48376B01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705" y="853209"/>
            <a:ext cx="4584589" cy="27556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53BF0E-091C-43B7-9EEB-F3B9D831FD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25" y="853209"/>
            <a:ext cx="4584589" cy="27556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1476BC-D374-4A71-8F72-26F1A2D67C49}"/>
              </a:ext>
            </a:extLst>
          </p:cNvPr>
          <p:cNvSpPr txBox="1"/>
          <p:nvPr/>
        </p:nvSpPr>
        <p:spPr>
          <a:xfrm>
            <a:off x="4834492" y="2789509"/>
            <a:ext cx="22252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VDS test voltage is 100V for all data points</a:t>
            </a:r>
          </a:p>
        </p:txBody>
      </p:sp>
    </p:spTree>
    <p:extLst>
      <p:ext uri="{BB962C8B-B14F-4D97-AF65-F5344CB8AC3E}">
        <p14:creationId xmlns:p14="http://schemas.microsoft.com/office/powerpoint/2010/main" val="1967712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C939FF1-28BB-4894-B92B-3F920D1EC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85" y="3934887"/>
            <a:ext cx="4584589" cy="27556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E6549C-3101-42A9-B39B-0146DF250BEF}"/>
              </a:ext>
            </a:extLst>
          </p:cNvPr>
          <p:cNvSpPr txBox="1"/>
          <p:nvPr/>
        </p:nvSpPr>
        <p:spPr>
          <a:xfrm>
            <a:off x="147685" y="304597"/>
            <a:ext cx="64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IGSSF - </a:t>
            </a:r>
            <a:r>
              <a:rPr lang="en-US" sz="1800" dirty="0">
                <a:solidFill>
                  <a:schemeClr val="bg1"/>
                </a:solidFill>
              </a:rPr>
              <a:t>HTGB  Stress  Voltage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0F497B-103F-469A-93B6-76B6B6B32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378" y="1050189"/>
            <a:ext cx="4584589" cy="27556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A57B88-31FE-4D93-B039-127C498F9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705" y="3934887"/>
            <a:ext cx="4584589" cy="27556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ED224F-DA72-43AB-830A-B347B32C39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685" y="1050190"/>
            <a:ext cx="4584589" cy="27556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9FA57F-DB5A-46EE-B2E1-856057417774}"/>
              </a:ext>
            </a:extLst>
          </p:cNvPr>
          <p:cNvSpPr txBox="1"/>
          <p:nvPr/>
        </p:nvSpPr>
        <p:spPr>
          <a:xfrm>
            <a:off x="4834492" y="2789509"/>
            <a:ext cx="222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VGS test voltage is 5V for all data points</a:t>
            </a:r>
          </a:p>
        </p:txBody>
      </p:sp>
    </p:spTree>
    <p:extLst>
      <p:ext uri="{BB962C8B-B14F-4D97-AF65-F5344CB8AC3E}">
        <p14:creationId xmlns:p14="http://schemas.microsoft.com/office/powerpoint/2010/main" val="8990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08A888-CDFA-41C4-8EA8-B3927F9AE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804" y="3893476"/>
            <a:ext cx="4584589" cy="27556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6F156B-4686-4F23-B7E2-890CCAB4C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03" y="3893477"/>
            <a:ext cx="4584589" cy="27556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E6549C-3101-42A9-B39B-0146DF250BEF}"/>
              </a:ext>
            </a:extLst>
          </p:cNvPr>
          <p:cNvSpPr txBox="1"/>
          <p:nvPr/>
        </p:nvSpPr>
        <p:spPr>
          <a:xfrm>
            <a:off x="100446" y="316974"/>
            <a:ext cx="64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IGSSR - </a:t>
            </a:r>
            <a:r>
              <a:rPr lang="en-US" sz="1800" dirty="0">
                <a:solidFill>
                  <a:schemeClr val="bg1"/>
                </a:solidFill>
              </a:rPr>
              <a:t>HTGB  Stress  Voltage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0E799E-EC83-443C-8E61-5A00D338F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5804" y="861083"/>
            <a:ext cx="4584589" cy="27495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8EB234-5AF6-493F-9519-56F549BFEA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302" y="861083"/>
            <a:ext cx="4584589" cy="27495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C57195-EC49-4E85-A3EF-F7325D2732A5}"/>
              </a:ext>
            </a:extLst>
          </p:cNvPr>
          <p:cNvSpPr txBox="1"/>
          <p:nvPr/>
        </p:nvSpPr>
        <p:spPr>
          <a:xfrm>
            <a:off x="4834492" y="2789509"/>
            <a:ext cx="222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VGS test voltage is </a:t>
            </a:r>
          </a:p>
          <a:p>
            <a:r>
              <a:rPr lang="en-US" dirty="0"/>
              <a:t>-4V for all data points</a:t>
            </a:r>
          </a:p>
        </p:txBody>
      </p:sp>
    </p:spTree>
    <p:extLst>
      <p:ext uri="{BB962C8B-B14F-4D97-AF65-F5344CB8AC3E}">
        <p14:creationId xmlns:p14="http://schemas.microsoft.com/office/powerpoint/2010/main" val="595550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71DFB6-0D24-44EC-A303-32F839F8B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102" y="3893477"/>
            <a:ext cx="4584588" cy="27556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E6549C-3101-42A9-B39B-0146DF250BEF}"/>
              </a:ext>
            </a:extLst>
          </p:cNvPr>
          <p:cNvSpPr txBox="1"/>
          <p:nvPr/>
        </p:nvSpPr>
        <p:spPr>
          <a:xfrm>
            <a:off x="0" y="286270"/>
            <a:ext cx="64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VGSth</a:t>
            </a:r>
            <a:r>
              <a:rPr lang="en-US" dirty="0">
                <a:solidFill>
                  <a:schemeClr val="bg1"/>
                </a:solidFill>
              </a:rPr>
              <a:t> - </a:t>
            </a:r>
            <a:r>
              <a:rPr lang="en-US" sz="1800" dirty="0">
                <a:solidFill>
                  <a:schemeClr val="bg1"/>
                </a:solidFill>
              </a:rPr>
              <a:t>HTGB  Stress  Voltage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85E904-AA89-485C-B382-AB8B682A4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96" y="3893476"/>
            <a:ext cx="4584589" cy="27556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8A52FC-F520-4405-8C7A-64696A59F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102" y="921123"/>
            <a:ext cx="4584589" cy="27556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CD68DB-9AC1-4930-8A9C-A1DA6EFE8A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995" y="921123"/>
            <a:ext cx="4584589" cy="27556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346B16-B7BE-4EF9-B5ED-893EB2EFA4A4}"/>
              </a:ext>
            </a:extLst>
          </p:cNvPr>
          <p:cNvSpPr txBox="1"/>
          <p:nvPr/>
        </p:nvSpPr>
        <p:spPr>
          <a:xfrm>
            <a:off x="4834492" y="2789509"/>
            <a:ext cx="222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Vgs</a:t>
            </a:r>
            <a:r>
              <a:rPr lang="en-US" dirty="0"/>
              <a:t> </a:t>
            </a:r>
            <a:r>
              <a:rPr lang="en-US" dirty="0" err="1"/>
              <a:t>th</a:t>
            </a:r>
            <a:r>
              <a:rPr lang="en-US" dirty="0"/>
              <a:t> measured at 5mA</a:t>
            </a:r>
          </a:p>
        </p:txBody>
      </p:sp>
    </p:spTree>
    <p:extLst>
      <p:ext uri="{BB962C8B-B14F-4D97-AF65-F5344CB8AC3E}">
        <p14:creationId xmlns:p14="http://schemas.microsoft.com/office/powerpoint/2010/main" val="68371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7A9E55-7876-448C-BF3D-41AC69622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095" y="3916562"/>
            <a:ext cx="4584587" cy="27325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8877B55-9DA8-48FB-ADD0-C3AD7BB7B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17" y="3916563"/>
            <a:ext cx="4584589" cy="27325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E6549C-3101-42A9-B39B-0146DF250BEF}"/>
              </a:ext>
            </a:extLst>
          </p:cNvPr>
          <p:cNvSpPr txBox="1"/>
          <p:nvPr/>
        </p:nvSpPr>
        <p:spPr>
          <a:xfrm>
            <a:off x="0" y="208892"/>
            <a:ext cx="64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RDSON - </a:t>
            </a:r>
            <a:r>
              <a:rPr lang="en-US" sz="1800" dirty="0">
                <a:solidFill>
                  <a:schemeClr val="bg1"/>
                </a:solidFill>
              </a:rPr>
              <a:t>HTGB  Stress  Voltage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B63D9D-8715-4C79-A315-013E88845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6097" y="985807"/>
            <a:ext cx="4584589" cy="27495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7ACA88-0B24-407A-9D9D-E96E02E0BE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316" y="985807"/>
            <a:ext cx="4584589" cy="27434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2969D8-BCF2-40B6-9CF9-250BC879CA74}"/>
              </a:ext>
            </a:extLst>
          </p:cNvPr>
          <p:cNvSpPr txBox="1"/>
          <p:nvPr/>
        </p:nvSpPr>
        <p:spPr>
          <a:xfrm>
            <a:off x="4834492" y="2789509"/>
            <a:ext cx="222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RDSON measured at 30A, </a:t>
            </a:r>
            <a:r>
              <a:rPr lang="en-US" dirty="0" err="1"/>
              <a:t>Vgs</a:t>
            </a:r>
            <a:r>
              <a:rPr lang="en-US" dirty="0"/>
              <a:t> 5V</a:t>
            </a:r>
          </a:p>
        </p:txBody>
      </p:sp>
    </p:spTree>
    <p:extLst>
      <p:ext uri="{BB962C8B-B14F-4D97-AF65-F5344CB8AC3E}">
        <p14:creationId xmlns:p14="http://schemas.microsoft.com/office/powerpoint/2010/main" val="1464719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E6549C-3101-42A9-B39B-0146DF250BEF}"/>
              </a:ext>
            </a:extLst>
          </p:cNvPr>
          <p:cNvSpPr txBox="1"/>
          <p:nvPr/>
        </p:nvSpPr>
        <p:spPr>
          <a:xfrm>
            <a:off x="0" y="223827"/>
            <a:ext cx="64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RDSON 1s - </a:t>
            </a:r>
            <a:r>
              <a:rPr lang="en-US" sz="1800" dirty="0">
                <a:solidFill>
                  <a:schemeClr val="bg1"/>
                </a:solidFill>
              </a:rPr>
              <a:t>HTGB  Stress  Voltage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63C277-A456-4A49-AB37-72086EB67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886" y="971626"/>
            <a:ext cx="4584589" cy="27495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21A1CD-608B-4B1A-B66C-A151646F8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33" y="3816551"/>
            <a:ext cx="4584589" cy="27617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092235-7273-49CC-BD47-30B93AEBE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3886" y="3816551"/>
            <a:ext cx="4584589" cy="27617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2F2F14-AE3B-402A-84DD-C4025BEF69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833" y="971626"/>
            <a:ext cx="4584589" cy="27495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1DE70A-B9A8-4BA7-A3F5-B07248C99BFF}"/>
              </a:ext>
            </a:extLst>
          </p:cNvPr>
          <p:cNvSpPr txBox="1"/>
          <p:nvPr/>
        </p:nvSpPr>
        <p:spPr>
          <a:xfrm>
            <a:off x="5096422" y="3397994"/>
            <a:ext cx="222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RDSON measured at 30A, </a:t>
            </a:r>
            <a:r>
              <a:rPr lang="en-US" dirty="0" err="1"/>
              <a:t>Vgs</a:t>
            </a:r>
            <a:r>
              <a:rPr lang="en-US" dirty="0"/>
              <a:t> 5V</a:t>
            </a:r>
          </a:p>
        </p:txBody>
      </p:sp>
    </p:spTree>
    <p:extLst>
      <p:ext uri="{BB962C8B-B14F-4D97-AF65-F5344CB8AC3E}">
        <p14:creationId xmlns:p14="http://schemas.microsoft.com/office/powerpoint/2010/main" val="2467481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504465-6A77-4F65-8AA3-766D7D070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616" y="3793144"/>
            <a:ext cx="4584589" cy="27434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60BFF2-0B70-4C15-B1E4-0157E0095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60" y="3905669"/>
            <a:ext cx="4584589" cy="27434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E6549C-3101-42A9-B39B-0146DF250BEF}"/>
              </a:ext>
            </a:extLst>
          </p:cNvPr>
          <p:cNvSpPr txBox="1"/>
          <p:nvPr/>
        </p:nvSpPr>
        <p:spPr>
          <a:xfrm>
            <a:off x="110836" y="215616"/>
            <a:ext cx="64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DYNAMIC RON PRE STRESS - </a:t>
            </a:r>
            <a:r>
              <a:rPr lang="en-US" sz="1800" dirty="0">
                <a:solidFill>
                  <a:schemeClr val="bg1"/>
                </a:solidFill>
              </a:rPr>
              <a:t>HTGB  Stress  Voltage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905B48-D150-43F8-A31A-9E7A648D3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617" y="921854"/>
            <a:ext cx="4584589" cy="27434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D906FF-FA61-4DF8-B0CA-E1A13CEFB3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259" y="921854"/>
            <a:ext cx="4584589" cy="27434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C2D8AC-3A1E-43D8-8940-E72233270237}"/>
              </a:ext>
            </a:extLst>
          </p:cNvPr>
          <p:cNvSpPr txBox="1"/>
          <p:nvPr/>
        </p:nvSpPr>
        <p:spPr>
          <a:xfrm>
            <a:off x="4983393" y="3004310"/>
            <a:ext cx="222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RON measured at 15A, </a:t>
            </a:r>
            <a:r>
              <a:rPr lang="en-US" dirty="0" err="1"/>
              <a:t>Vgs</a:t>
            </a:r>
            <a:r>
              <a:rPr lang="en-US" dirty="0"/>
              <a:t> 5V</a:t>
            </a:r>
          </a:p>
        </p:txBody>
      </p:sp>
    </p:spTree>
    <p:extLst>
      <p:ext uri="{BB962C8B-B14F-4D97-AF65-F5344CB8AC3E}">
        <p14:creationId xmlns:p14="http://schemas.microsoft.com/office/powerpoint/2010/main" val="1437889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E6549C-3101-42A9-B39B-0146DF250BEF}"/>
              </a:ext>
            </a:extLst>
          </p:cNvPr>
          <p:cNvSpPr txBox="1"/>
          <p:nvPr/>
        </p:nvSpPr>
        <p:spPr>
          <a:xfrm>
            <a:off x="0" y="208892"/>
            <a:ext cx="64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DYNAMIC RON POST STRESS - </a:t>
            </a:r>
            <a:r>
              <a:rPr lang="en-US" sz="1800" dirty="0">
                <a:solidFill>
                  <a:schemeClr val="bg1"/>
                </a:solidFill>
              </a:rPr>
              <a:t>HTGB  Stress  Voltage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2965D8-0652-4C0B-BB81-C57EE5D5B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71" y="1037780"/>
            <a:ext cx="4584589" cy="27434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8F0D27-FAEE-4BD1-A63B-1FA8CA226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71" y="3956966"/>
            <a:ext cx="4584589" cy="27434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CD2E14-1E09-4BDB-AE0C-A6A1E8074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754" y="1037780"/>
            <a:ext cx="4584589" cy="27434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ACE333-2FA0-44F4-8D40-080CE0157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754" y="3956967"/>
            <a:ext cx="4584589" cy="27434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4D31D4-C06B-4ED7-A0AE-8306D247EFC5}"/>
              </a:ext>
            </a:extLst>
          </p:cNvPr>
          <p:cNvSpPr txBox="1"/>
          <p:nvPr/>
        </p:nvSpPr>
        <p:spPr>
          <a:xfrm>
            <a:off x="4983393" y="3004310"/>
            <a:ext cx="222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RON measured at 15A, </a:t>
            </a:r>
            <a:r>
              <a:rPr lang="en-US" dirty="0" err="1"/>
              <a:t>Vgs</a:t>
            </a:r>
            <a:r>
              <a:rPr lang="en-US" dirty="0"/>
              <a:t> 5V</a:t>
            </a:r>
          </a:p>
        </p:txBody>
      </p:sp>
    </p:spTree>
    <p:extLst>
      <p:ext uri="{BB962C8B-B14F-4D97-AF65-F5344CB8AC3E}">
        <p14:creationId xmlns:p14="http://schemas.microsoft.com/office/powerpoint/2010/main" val="12697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E6986D-CA6C-4B76-849D-23741E67A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0310" y="3869091"/>
            <a:ext cx="4584589" cy="27434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E6549C-3101-42A9-B39B-0146DF250BEF}"/>
              </a:ext>
            </a:extLst>
          </p:cNvPr>
          <p:cNvSpPr txBox="1"/>
          <p:nvPr/>
        </p:nvSpPr>
        <p:spPr>
          <a:xfrm>
            <a:off x="90054" y="215616"/>
            <a:ext cx="64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DYNAMIC RON % - </a:t>
            </a:r>
            <a:r>
              <a:rPr lang="en-US" sz="1800" dirty="0">
                <a:solidFill>
                  <a:schemeClr val="bg1"/>
                </a:solidFill>
              </a:rPr>
              <a:t>HTGB  Stress  Voltage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AE2CA5-B0A0-411D-B52C-24B2CBCCF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84" y="3869091"/>
            <a:ext cx="4584589" cy="27800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96302A1-253D-4602-8734-53866D7D7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0310" y="947572"/>
            <a:ext cx="4584589" cy="27434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D9BB62-742E-4297-A760-E867679A2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684" y="947572"/>
            <a:ext cx="4584589" cy="27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43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97F4E4FD-3BA3-473E-B7A8-0DF235177392}" vid="{32208431-F46B-44E9-B888-516CDC6490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EPC SPACE PPT Template</Template>
  <TotalTime>7864</TotalTime>
  <Words>216</Words>
  <Application>Microsoft Office PowerPoint</Application>
  <PresentationFormat>Widescreen</PresentationFormat>
  <Paragraphs>30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Helvetica</vt:lpstr>
      <vt:lpstr>Office Theme</vt:lpstr>
      <vt:lpstr>VGS STRESS TEST FBG10N30</vt:lpstr>
      <vt:lpstr>DC STRESS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Renee Yawger</dc:creator>
  <cp:lastModifiedBy>Shmoil Pourdavoud</cp:lastModifiedBy>
  <cp:revision>217</cp:revision>
  <dcterms:created xsi:type="dcterms:W3CDTF">2020-04-15T23:34:04Z</dcterms:created>
  <dcterms:modified xsi:type="dcterms:W3CDTF">2024-10-24T06:46:09Z</dcterms:modified>
</cp:coreProperties>
</file>