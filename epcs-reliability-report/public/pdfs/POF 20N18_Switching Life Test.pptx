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363" r:id="rId2"/>
    <p:sldId id="361" r:id="rId3"/>
    <p:sldId id="308" r:id="rId4"/>
    <p:sldId id="309" r:id="rId5"/>
    <p:sldId id="305" r:id="rId6"/>
    <p:sldId id="304" r:id="rId7"/>
    <p:sldId id="307" r:id="rId8"/>
    <p:sldId id="306" r:id="rId9"/>
    <p:sldId id="300" r:id="rId10"/>
    <p:sldId id="303" r:id="rId11"/>
    <p:sldId id="301" r:id="rId12"/>
    <p:sldId id="302" r:id="rId13"/>
    <p:sldId id="297" r:id="rId14"/>
    <p:sldId id="2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84" autoAdjust="0"/>
    <p:restoredTop sz="96357" autoAdjust="0"/>
  </p:normalViewPr>
  <p:slideViewPr>
    <p:cSldViewPr snapToGrid="0" snapToObjects="1">
      <p:cViewPr varScale="1">
        <p:scale>
          <a:sx n="110" d="100"/>
          <a:sy n="110" d="100"/>
        </p:scale>
        <p:origin x="621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SWITCHING Life TEST</a:t>
            </a:r>
            <a:br>
              <a:rPr lang="en-US" sz="3600" dirty="0"/>
            </a:br>
            <a:r>
              <a:rPr lang="en-US" sz="3600" dirty="0"/>
              <a:t>FBG20N18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42B7-F20A-4833-90ED-81960B35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LIFE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D311C-D70A-4B03-A53E-EBFF257D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37621B-0E71-4D7C-9EA1-B00862D9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025" y="1624013"/>
            <a:ext cx="11029950" cy="3876675"/>
          </a:xfrm>
        </p:spPr>
        <p:txBody>
          <a:bodyPr>
            <a:normAutofit/>
          </a:bodyPr>
          <a:lstStyle/>
          <a:p>
            <a:r>
              <a:rPr lang="en-US" sz="2400" dirty="0"/>
              <a:t>Tested variations of VDS voltage, IDS current and Switching Frequency in a high side buck converter over a 2000Hrs time</a:t>
            </a:r>
          </a:p>
          <a:p>
            <a:pPr lvl="1"/>
            <a:r>
              <a:rPr lang="en-US" sz="2000" dirty="0"/>
              <a:t>VDS tested :  140V and 170V (Nominal) measured at Power supply and does not include any overshoot occurring at the DUT due to the buck circuit performance.</a:t>
            </a:r>
          </a:p>
          <a:p>
            <a:pPr lvl="1"/>
            <a:r>
              <a:rPr lang="en-US" sz="2000" dirty="0" err="1"/>
              <a:t>Iout</a:t>
            </a:r>
            <a:r>
              <a:rPr lang="en-US" sz="2000" dirty="0"/>
              <a:t> tested : 1A, 3A</a:t>
            </a:r>
          </a:p>
          <a:p>
            <a:pPr lvl="1"/>
            <a:r>
              <a:rPr lang="en-US" sz="2400" dirty="0"/>
              <a:t>Parts tested with full parametric test on Focused tester at interim steps 48,hrs, 120hrs, 260hrs, 500hrs, 1000hrs, 2000hrs</a:t>
            </a:r>
          </a:p>
          <a:p>
            <a:pPr lvl="1"/>
            <a:r>
              <a:rPr lang="en-US" sz="2400" dirty="0"/>
              <a:t>No failures have been observed so far thru 1500hrs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600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56057"/>
            <a:ext cx="6760134" cy="474794"/>
          </a:xfrm>
        </p:spPr>
        <p:txBody>
          <a:bodyPr>
            <a:normAutofit fontScale="90000"/>
          </a:bodyPr>
          <a:lstStyle/>
          <a:p>
            <a:r>
              <a:rPr lang="en-US" dirty="0"/>
              <a:t>20N18 Efficiency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819449-E231-45ED-8D5A-6F0C0D9AFA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165" y="1492026"/>
            <a:ext cx="3070550" cy="19634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9224EB-CF17-47FC-A531-4C191E8226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237" y="1492027"/>
            <a:ext cx="3038764" cy="19721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51A9AF-C097-47A7-8027-14C036829F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164" y="3455432"/>
            <a:ext cx="3070550" cy="19105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8F4EE0-E6AD-4815-B26B-57BA18E1093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238" y="3428999"/>
            <a:ext cx="3057234" cy="19369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27F898-296C-4B10-83B9-89C235A9400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492026"/>
            <a:ext cx="3087461" cy="19327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EE32074-79BF-40FB-8B05-FF12099DDCE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3462" y="1492027"/>
            <a:ext cx="3008538" cy="19327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9941FE-AA72-4B03-955B-473B2C772D9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424822"/>
            <a:ext cx="3087462" cy="19507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3CAEC0E-F27F-40F3-B4F2-208048E2E33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3463" y="3433179"/>
            <a:ext cx="3034613" cy="1950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EADBA2-9AE2-4265-A54C-6B94211B6DC8}"/>
              </a:ext>
            </a:extLst>
          </p:cNvPr>
          <p:cNvSpPr txBox="1"/>
          <p:nvPr/>
        </p:nvSpPr>
        <p:spPr>
          <a:xfrm>
            <a:off x="296091" y="5549402"/>
            <a:ext cx="11408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  Efficiency dependent to drain voltage no current dependence .</a:t>
            </a:r>
          </a:p>
          <a:p>
            <a:r>
              <a:rPr lang="en-US" dirty="0"/>
              <a:t>	      Temperature seems to slow down the </a:t>
            </a:r>
            <a:r>
              <a:rPr lang="en-US" dirty="0" err="1"/>
              <a:t>Drdson</a:t>
            </a:r>
            <a:r>
              <a:rPr lang="en-US" dirty="0"/>
              <a:t> effect thru annealing .  ( more pronounced on 100V device analysis)</a:t>
            </a:r>
          </a:p>
        </p:txBody>
      </p:sp>
    </p:spTree>
    <p:extLst>
      <p:ext uri="{BB962C8B-B14F-4D97-AF65-F5344CB8AC3E}">
        <p14:creationId xmlns:p14="http://schemas.microsoft.com/office/powerpoint/2010/main" val="227852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20N18 Efficiency  (raw data)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B9330-D263-458E-A37A-670FD778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7543"/>
            <a:ext cx="3087463" cy="1955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D63025-142C-493E-9654-70BBDBFC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63" y="1516369"/>
            <a:ext cx="3027009" cy="1950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8A5230-B05B-49D0-8DB5-7FD676E37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3" y="3467145"/>
            <a:ext cx="3068990" cy="1874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A404E-8DBA-4E9D-B528-6678DFAF8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461" y="3453343"/>
            <a:ext cx="3008539" cy="1888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EF5CA5-55DC-4ED0-8D76-3A9193AEC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516368"/>
            <a:ext cx="3105936" cy="1950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B5CAC4-4E8F-4517-9DBF-B45629D3C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3463" y="1524723"/>
            <a:ext cx="3008537" cy="1950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DC777C-892E-4A52-9D50-B28033B96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453343"/>
            <a:ext cx="3105936" cy="18882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59F3A9-AECB-4D74-8A9E-24EC39063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1935" y="3467143"/>
            <a:ext cx="2971591" cy="186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3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RDSON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CEB0A-564E-4317-A4CA-E87BF9906B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7540" y="1367091"/>
            <a:ext cx="3130871" cy="2061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C132D-D289-4BB9-9E8D-BA515449B7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3332" y="1367091"/>
            <a:ext cx="3065611" cy="2043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809D1-B0C3-43DE-9238-5160B124EC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7540" y="3422876"/>
            <a:ext cx="3121369" cy="2061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2A56C-B79B-4ECC-B8C0-B4932CC15F7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3830" y="3410919"/>
            <a:ext cx="3132252" cy="20738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6BCC34-BC4B-49DA-BAE7-91E0B2D26B8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570" y="1367092"/>
            <a:ext cx="3118880" cy="2049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834A1D-B4C4-4AE1-A72E-A65A5B98DD8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450" y="1367092"/>
            <a:ext cx="2947550" cy="2073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3FA6D9-5CA4-49FE-8FA7-D666B3F1CEA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1202" y="3422876"/>
            <a:ext cx="3121369" cy="20855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A00C76-22AB-439D-986D-4F88CF05514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450" y="3428703"/>
            <a:ext cx="2947550" cy="20900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05ED8F-E851-4BFE-8708-C38A51766B1B}"/>
              </a:ext>
            </a:extLst>
          </p:cNvPr>
          <p:cNvSpPr txBox="1"/>
          <p:nvPr/>
        </p:nvSpPr>
        <p:spPr>
          <a:xfrm>
            <a:off x="296091" y="5549402"/>
            <a:ext cx="11408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  Rdson dependent to drain voltage no current dependence correlate to efficiency</a:t>
            </a:r>
          </a:p>
          <a:p>
            <a:r>
              <a:rPr lang="en-US" dirty="0"/>
              <a:t>	      Temperature seems to slow down the </a:t>
            </a:r>
            <a:r>
              <a:rPr lang="en-US" dirty="0" err="1"/>
              <a:t>Drdson</a:t>
            </a:r>
            <a:r>
              <a:rPr lang="en-US" dirty="0"/>
              <a:t> effect thru annealing .  ( more pronounced on 100V device analysis)</a:t>
            </a:r>
          </a:p>
        </p:txBody>
      </p:sp>
    </p:spTree>
    <p:extLst>
      <p:ext uri="{BB962C8B-B14F-4D97-AF65-F5344CB8AC3E}">
        <p14:creationId xmlns:p14="http://schemas.microsoft.com/office/powerpoint/2010/main" val="37504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AB5588-435D-4418-8E9A-EB8B0079F7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376" y="1355195"/>
            <a:ext cx="3088750" cy="20676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59651E-29A5-4B0C-A75E-171A92E685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254" y="1367091"/>
            <a:ext cx="3088750" cy="20557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05563A-2091-4D06-A739-BDB2611536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376" y="3429000"/>
            <a:ext cx="3100708" cy="19902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AF036B-BE93-4997-9A57-AC3C0ED564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3332" y="3422876"/>
            <a:ext cx="3096629" cy="19923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B74C44-5110-4D01-AE73-81884AEFC31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8004" y="1367091"/>
            <a:ext cx="3118881" cy="20439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2E27D8-834A-44F4-94CE-41FE75BEA19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823" y="1385015"/>
            <a:ext cx="2934177" cy="20439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670F1E-D26F-45A8-B9BE-D48CFF9B164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943" y="3410919"/>
            <a:ext cx="3118880" cy="20083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A4BF38-92BB-400E-B857-F5AEDD2E3F5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823" y="3418642"/>
            <a:ext cx="2934177" cy="20005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57F7B08-EAB9-4031-8950-C14E4E2E2361}"/>
              </a:ext>
            </a:extLst>
          </p:cNvPr>
          <p:cNvSpPr txBox="1"/>
          <p:nvPr/>
        </p:nvSpPr>
        <p:spPr>
          <a:xfrm>
            <a:off x="296091" y="5549402"/>
            <a:ext cx="11408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  Efficiency dependent to drain voltage no current dependence .</a:t>
            </a:r>
          </a:p>
          <a:p>
            <a:r>
              <a:rPr lang="en-US" dirty="0"/>
              <a:t>	      Temperature seems to slow down the </a:t>
            </a:r>
            <a:r>
              <a:rPr lang="en-US" dirty="0" err="1"/>
              <a:t>Drdson</a:t>
            </a:r>
            <a:r>
              <a:rPr lang="en-US" dirty="0"/>
              <a:t> effect thru annealing .  ( more pronounced on 100V device analysis)</a:t>
            </a:r>
          </a:p>
        </p:txBody>
      </p:sp>
    </p:spTree>
    <p:extLst>
      <p:ext uri="{BB962C8B-B14F-4D97-AF65-F5344CB8AC3E}">
        <p14:creationId xmlns:p14="http://schemas.microsoft.com/office/powerpoint/2010/main" val="425737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B2A1F-EE38-4B9F-BFDA-DA5D0732A4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721" y="1357126"/>
            <a:ext cx="3081973" cy="2066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47984C-C5B9-451B-9311-C610357BE8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3332" y="1360967"/>
            <a:ext cx="3061067" cy="20630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7E046C-B68B-456D-872B-5C108373EC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8" y="3424022"/>
            <a:ext cx="3071500" cy="19784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559717-DA4B-4E69-B3B3-4772422A833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7068" y="3429000"/>
            <a:ext cx="3076085" cy="19735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3F6DD2-4B86-4CFD-938F-CAA1D5C7C7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4399" y="1360967"/>
            <a:ext cx="3131175" cy="2068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B10D42-299F-480B-ABD1-36741E4C37A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4653" y="1357126"/>
            <a:ext cx="2967347" cy="20630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7CED1F-5620-4338-B9EF-D3AB6F12B5A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4399" y="3437820"/>
            <a:ext cx="3071500" cy="19689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295F66-E56E-49D5-BE6B-A8DA1A9E83C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4221" y="3424022"/>
            <a:ext cx="2977780" cy="19827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72C738-5CC2-4326-9FCD-C08A8D221A7B}"/>
              </a:ext>
            </a:extLst>
          </p:cNvPr>
          <p:cNvSpPr txBox="1"/>
          <p:nvPr/>
        </p:nvSpPr>
        <p:spPr>
          <a:xfrm>
            <a:off x="296091" y="5549402"/>
            <a:ext cx="11408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  </a:t>
            </a:r>
            <a:r>
              <a:rPr lang="en-US" dirty="0" err="1"/>
              <a:t>Drdon</a:t>
            </a:r>
            <a:r>
              <a:rPr lang="en-US" dirty="0"/>
              <a:t> does not correlate to efficiency.</a:t>
            </a:r>
          </a:p>
          <a:p>
            <a:r>
              <a:rPr lang="en-US" dirty="0"/>
              <a:t>	      fast traps do </a:t>
            </a:r>
            <a:r>
              <a:rPr lang="en-US" dirty="0" err="1"/>
              <a:t>nt</a:t>
            </a:r>
            <a:r>
              <a:rPr lang="en-US" dirty="0"/>
              <a:t> seem to increase with longer stress compared to the slow traps (Rdson)</a:t>
            </a:r>
          </a:p>
        </p:txBody>
      </p:sp>
    </p:spTree>
    <p:extLst>
      <p:ext uri="{BB962C8B-B14F-4D97-AF65-F5344CB8AC3E}">
        <p14:creationId xmlns:p14="http://schemas.microsoft.com/office/powerpoint/2010/main" val="76469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40F4C-9F6C-46F8-98E1-94C5722C31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60966"/>
            <a:ext cx="3069253" cy="2061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EF593D-A246-4137-822E-704BF398EA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253" y="1367091"/>
            <a:ext cx="3065611" cy="20619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D6C64-75F4-4380-A1C9-1A40E79ABEB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721" y="3424022"/>
            <a:ext cx="3073560" cy="1978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22C5E8-72E1-47F8-AB6F-B3707CF2B1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0839" y="3429000"/>
            <a:ext cx="3078122" cy="1973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FB47C4-F7B9-4271-8E96-4C2D9D70AA9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99" y="1367091"/>
            <a:ext cx="3169575" cy="2025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91A3A8-1962-47BC-93B7-4D3A5F5C4D7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9653" y="1360967"/>
            <a:ext cx="2934177" cy="20317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EEAB5F-606D-4E0F-B3CE-23E8CD2130F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402725"/>
            <a:ext cx="3173653" cy="1999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526CA9-7387-41D5-8965-E08ED288220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5574" y="3392760"/>
            <a:ext cx="2926426" cy="202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4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 Normalized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2A9A0F-B068-4A2D-B516-74492EE1A10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973" y="1377431"/>
            <a:ext cx="3093917" cy="20328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40DC68-0468-4D03-A850-BD95B30B2A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0670" y="1377431"/>
            <a:ext cx="3120231" cy="20423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5FF8EDE-5056-40C3-9457-3D0726050A7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184" y="3410589"/>
            <a:ext cx="3128409" cy="20289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6BADDE-33EA-4AFB-B59D-28DADDF36EE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885" y="3419764"/>
            <a:ext cx="3099836" cy="20289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DFB90CF-B496-466E-B1AF-260D6CFB22E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4594" y="1377431"/>
            <a:ext cx="3120231" cy="20328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0C34F3-ECCA-40BA-A00C-FA7F43369A0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7734" y="1377431"/>
            <a:ext cx="2940549" cy="203287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839EA8-79F5-4209-AD50-E0B5E79DA37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1" y="3398725"/>
            <a:ext cx="3168824" cy="20470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042F49B-C32C-4D90-BEAF-5321E36D93D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3544" y="3398725"/>
            <a:ext cx="2948789" cy="2032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D5419-9BE4-4E1B-8649-B2BF32B7D2FA}"/>
              </a:ext>
            </a:extLst>
          </p:cNvPr>
          <p:cNvSpPr txBox="1"/>
          <p:nvPr/>
        </p:nvSpPr>
        <p:spPr>
          <a:xfrm>
            <a:off x="2185850" y="5674931"/>
            <a:ext cx="5751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VTh</a:t>
            </a:r>
            <a:r>
              <a:rPr lang="en-US" dirty="0"/>
              <a:t> performed pre </a:t>
            </a:r>
            <a:r>
              <a:rPr lang="en-US" dirty="0" err="1"/>
              <a:t>Drdson</a:t>
            </a:r>
            <a:r>
              <a:rPr lang="en-US" dirty="0"/>
              <a:t> and </a:t>
            </a:r>
            <a:r>
              <a:rPr lang="en-US" dirty="0" err="1"/>
              <a:t>Idss</a:t>
            </a:r>
            <a:r>
              <a:rPr lang="en-US" dirty="0"/>
              <a:t> on the Focused tester.  </a:t>
            </a:r>
          </a:p>
          <a:p>
            <a:r>
              <a:rPr lang="en-US" dirty="0"/>
              <a:t>Initial shift but stable </a:t>
            </a:r>
          </a:p>
        </p:txBody>
      </p:sp>
    </p:spTree>
    <p:extLst>
      <p:ext uri="{BB962C8B-B14F-4D97-AF65-F5344CB8AC3E}">
        <p14:creationId xmlns:p14="http://schemas.microsoft.com/office/powerpoint/2010/main" val="327238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 (raw data)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F8AF7-00FC-4D61-989F-D437E2441F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6" y="1330850"/>
            <a:ext cx="3061820" cy="2098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4B373C-AFFC-41EE-B7D9-3F61727624E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374" y="1360967"/>
            <a:ext cx="3043093" cy="20680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66D56F-7986-4A7F-85A9-EA24A4FF5D2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29000"/>
            <a:ext cx="3061374" cy="2053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9CC5A1-A8C3-4CC7-A1E4-51A5919E349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253" y="3422877"/>
            <a:ext cx="3049779" cy="2068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C3E9A-5164-4C3B-9F71-2BFE71CA32A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9032" y="1360968"/>
            <a:ext cx="3096629" cy="2085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859F06-C24E-46A7-8E74-AF4CBF4095B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5661" y="1360968"/>
            <a:ext cx="2972623" cy="2089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9C43F9-3583-48FC-85EE-19373E3EA94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6910" y="3428999"/>
            <a:ext cx="3112257" cy="2094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037D34-09FD-4D17-B6F1-FCE951B782D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5660" y="3446924"/>
            <a:ext cx="2972623" cy="207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26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Vth-Post RDSON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D15987-D1BA-47CC-8FB9-386C75141CA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06" y="1435995"/>
            <a:ext cx="2988945" cy="2019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2AAD41-97CB-4776-A182-B2F13A34CF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9415" y="1435995"/>
            <a:ext cx="2988945" cy="20253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D7440C-64AA-4109-B20B-363D6D3B64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07" y="3455433"/>
            <a:ext cx="3009008" cy="20194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4C87AB3-C8D8-49D4-BAB2-3023B6AFA6C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6079" y="3455433"/>
            <a:ext cx="2980228" cy="20194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B1193A-2BB4-46A9-ABFE-802D5E5A381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9871" y="1434325"/>
            <a:ext cx="3023133" cy="20349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074AB1-ED8A-40A6-8C46-7504B1D5BD0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4516" y="1434326"/>
            <a:ext cx="3032066" cy="20349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4829DB-F538-423D-A384-740747502F4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8866" y="3469300"/>
            <a:ext cx="3044138" cy="20103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9331330-313E-4A45-A6F1-04BD2B85CDF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4516" y="3455434"/>
            <a:ext cx="3032066" cy="20349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6DFAAD-05CE-49A4-986D-A5D895AD57DB}"/>
              </a:ext>
            </a:extLst>
          </p:cNvPr>
          <p:cNvSpPr txBox="1"/>
          <p:nvPr/>
        </p:nvSpPr>
        <p:spPr>
          <a:xfrm>
            <a:off x="1799104" y="5678777"/>
            <a:ext cx="6428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VTh</a:t>
            </a:r>
            <a:r>
              <a:rPr lang="en-US" dirty="0"/>
              <a:t> performed after </a:t>
            </a:r>
            <a:r>
              <a:rPr lang="en-US" dirty="0" err="1"/>
              <a:t>Drdson</a:t>
            </a:r>
            <a:r>
              <a:rPr lang="en-US" dirty="0"/>
              <a:t> and </a:t>
            </a:r>
            <a:r>
              <a:rPr lang="en-US" dirty="0" err="1"/>
              <a:t>Idss</a:t>
            </a:r>
            <a:r>
              <a:rPr lang="en-US" dirty="0"/>
              <a:t> on the Focused tester.  Data  </a:t>
            </a:r>
          </a:p>
          <a:p>
            <a:r>
              <a:rPr lang="en-US" dirty="0"/>
              <a:t>Talk to Rob S.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032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Vth-POST-PRE DELTA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DD137-0C2F-47B6-B097-03589B0FD08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434326"/>
            <a:ext cx="2970942" cy="2013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DE8DC-CE22-4C56-8D43-2CAFF0A2C3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5835" y="1444835"/>
            <a:ext cx="3133313" cy="2002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F4E76A-056F-4431-8821-013C272EC13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3429000"/>
            <a:ext cx="2970942" cy="19044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6AE31E-CCBE-48E4-9392-4116A285F1A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0941" y="3429001"/>
            <a:ext cx="3125059" cy="19044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C9780E-31EB-449A-A500-22A36B2555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434326"/>
            <a:ext cx="3133314" cy="1996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0623A1-977F-46C3-A35C-65AF87F2360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9315" y="1444835"/>
            <a:ext cx="2962686" cy="19769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8E1998-4C7B-4D3D-A086-386508BDDE2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99" y="3421750"/>
            <a:ext cx="3133313" cy="19054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8ECBAD-59FC-4B3A-9951-A51D8108884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9316" y="3421749"/>
            <a:ext cx="2962684" cy="19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6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D9013-F7C4-4B5D-9853-79AAB15424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98124"/>
            <a:ext cx="3057236" cy="1961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8D8E8D-7241-419C-8B1E-2684FED3B3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385" y="1492027"/>
            <a:ext cx="3057236" cy="1963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B57F1C-6860-47A7-A648-9795226135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455432"/>
            <a:ext cx="3068990" cy="1961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A99A2C-2DB0-44E8-84FA-D627C012F12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236" y="3429000"/>
            <a:ext cx="3048069" cy="1961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97EB0-889D-46E5-A031-BBFBF861E7C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8622" y="1492027"/>
            <a:ext cx="3057236" cy="19814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1AD535-8CDF-455F-93BE-38D683D23B1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858" y="1492027"/>
            <a:ext cx="3033939" cy="1963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46E95-C130-4A68-9FD6-A718BF082E3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4471" y="3455432"/>
            <a:ext cx="3068990" cy="1986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879A4-B12C-4471-A4DD-77996A3707B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859" y="3429000"/>
            <a:ext cx="3016140" cy="20863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80C4C0-87F3-4158-9A66-81FB0C7985C1}"/>
              </a:ext>
            </a:extLst>
          </p:cNvPr>
          <p:cNvSpPr txBox="1"/>
          <p:nvPr/>
        </p:nvSpPr>
        <p:spPr>
          <a:xfrm>
            <a:off x="1593669" y="5826034"/>
            <a:ext cx="227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Leakages not affected </a:t>
            </a:r>
          </a:p>
        </p:txBody>
      </p:sp>
    </p:spTree>
    <p:extLst>
      <p:ext uri="{BB962C8B-B14F-4D97-AF65-F5344CB8AC3E}">
        <p14:creationId xmlns:p14="http://schemas.microsoft.com/office/powerpoint/2010/main" val="3850867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D41-A850-46F2-93D9-8AFF2D4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IGSS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015A5-8F50-4763-936B-1F41BB06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8E73D6-260B-4C07-926E-1D44943064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722" y="1492028"/>
            <a:ext cx="3063915" cy="19512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0E53E2-7794-41E9-9A18-400BC3A0A5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8991" y="1490648"/>
            <a:ext cx="3045479" cy="19617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AB5677-87A9-4047-A5B5-A717CD97CF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722" y="3455433"/>
            <a:ext cx="3066315" cy="19423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9AEE5D-219E-4080-80F5-BEA68E0464D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8992" y="3453719"/>
            <a:ext cx="3045479" cy="19512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2E63229-E182-4ABA-936F-4FB1C7E7FDC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4802" y="1492029"/>
            <a:ext cx="3063915" cy="19706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C907107-5B65-49D7-8CD4-968A5F4E4F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9949" y="1490647"/>
            <a:ext cx="3038507" cy="19809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0130B0-9176-46C4-86E2-445367DF172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2581" y="3462673"/>
            <a:ext cx="3066470" cy="19423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C73593-ABA0-4D44-AB4C-EFCAD422AE8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060" y="3462674"/>
            <a:ext cx="3033940" cy="1942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93F428-7961-45A9-9EED-C2C8173A66D6}"/>
              </a:ext>
            </a:extLst>
          </p:cNvPr>
          <p:cNvSpPr txBox="1"/>
          <p:nvPr/>
        </p:nvSpPr>
        <p:spPr>
          <a:xfrm>
            <a:off x="1593669" y="5826034"/>
            <a:ext cx="227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Leakages not affected </a:t>
            </a:r>
          </a:p>
        </p:txBody>
      </p:sp>
    </p:spTree>
    <p:extLst>
      <p:ext uri="{BB962C8B-B14F-4D97-AF65-F5344CB8AC3E}">
        <p14:creationId xmlns:p14="http://schemas.microsoft.com/office/powerpoint/2010/main" val="153512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2118</TotalTime>
  <Words>310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Helvetica</vt:lpstr>
      <vt:lpstr>Office Theme</vt:lpstr>
      <vt:lpstr>SWITCHING Life TEST FBG20N18</vt:lpstr>
      <vt:lpstr>Switching LIFE</vt:lpstr>
      <vt:lpstr>20N18 Efficiency Normalized</vt:lpstr>
      <vt:lpstr>20N18 Efficiency  (raw data)</vt:lpstr>
      <vt:lpstr>RDSON NORMALIZED</vt:lpstr>
      <vt:lpstr>RDSON</vt:lpstr>
      <vt:lpstr>DRON Normalized</vt:lpstr>
      <vt:lpstr>DRON</vt:lpstr>
      <vt:lpstr>Vth Normalized</vt:lpstr>
      <vt:lpstr>Vth (raw data)</vt:lpstr>
      <vt:lpstr>Vth-Post RDSON Test</vt:lpstr>
      <vt:lpstr>Vth-POST-PRE DELTA</vt:lpstr>
      <vt:lpstr>IDSS</vt:lpstr>
      <vt:lpstr>IGSS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Max Zafrani</cp:lastModifiedBy>
  <cp:revision>221</cp:revision>
  <dcterms:created xsi:type="dcterms:W3CDTF">2020-04-15T23:34:04Z</dcterms:created>
  <dcterms:modified xsi:type="dcterms:W3CDTF">2022-05-13T04:00:29Z</dcterms:modified>
</cp:coreProperties>
</file>