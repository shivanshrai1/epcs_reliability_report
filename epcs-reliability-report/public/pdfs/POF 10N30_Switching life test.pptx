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6"/>
  </p:notesMasterIdLst>
  <p:sldIdLst>
    <p:sldId id="362" r:id="rId2"/>
    <p:sldId id="361" r:id="rId3"/>
    <p:sldId id="310" r:id="rId4"/>
    <p:sldId id="311" r:id="rId5"/>
    <p:sldId id="319" r:id="rId6"/>
    <p:sldId id="318" r:id="rId7"/>
    <p:sldId id="321" r:id="rId8"/>
    <p:sldId id="320" r:id="rId9"/>
    <p:sldId id="314" r:id="rId10"/>
    <p:sldId id="315" r:id="rId11"/>
    <p:sldId id="316" r:id="rId12"/>
    <p:sldId id="317" r:id="rId13"/>
    <p:sldId id="312" r:id="rId14"/>
    <p:sldId id="31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75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65" autoAdjust="0"/>
    <p:restoredTop sz="96357" autoAdjust="0"/>
  </p:normalViewPr>
  <p:slideViewPr>
    <p:cSldViewPr snapToGrid="0" snapToObjects="1">
      <p:cViewPr varScale="1">
        <p:scale>
          <a:sx n="106" d="100"/>
          <a:sy n="106" d="100"/>
        </p:scale>
        <p:origin x="126" y="5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93648-2745-404C-AB28-DBFC1931C621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18E68-0542-47E9-9A0D-1605328C5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856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F508B-0200-B047-9495-4C9EAF390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B50CB-6A38-694D-9E72-B41CCD233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83A19-A819-9A4A-ABD1-6F513CBE67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EPC.SPACE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FA0FC-6AA3-FD49-8E73-4F4264668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1632D-9FED-2D41-89A3-82DD84E00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A picture containing nature, blue, sky, water&#10;&#10;Description automatically generated">
            <a:extLst>
              <a:ext uri="{FF2B5EF4-FFF2-40B4-BE49-F238E27FC236}">
                <a16:creationId xmlns:a16="http://schemas.microsoft.com/office/drawing/2014/main" id="{A143E2E1-DA84-2E4A-B55A-4006D4C0F2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 descr="A close up of a sign&#10;&#10;Description automatically generated">
            <a:extLst>
              <a:ext uri="{FF2B5EF4-FFF2-40B4-BE49-F238E27FC236}">
                <a16:creationId xmlns:a16="http://schemas.microsoft.com/office/drawing/2014/main" id="{F5E07E3F-0306-BF43-A4DD-BE09B12C35A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9800" y="2867819"/>
            <a:ext cx="8037560" cy="112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565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sky, blue, star, man&#10;&#10;Description automatically generated">
            <a:extLst>
              <a:ext uri="{FF2B5EF4-FFF2-40B4-BE49-F238E27FC236}">
                <a16:creationId xmlns:a16="http://schemas.microsoft.com/office/drawing/2014/main" id="{FC79CBE9-4CCF-3546-9D30-A0B4654A89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4F508B-0200-B047-9495-4C9EAF390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65156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B50CB-6A38-694D-9E72-B41CCD233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44831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15787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9B15706F-144A-F940-B109-65DD5C274E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4F508B-0200-B047-9495-4C9EAF390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B50CB-6A38-694D-9E72-B41CCD233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B11E24CA-704B-41D0-AB1E-3661E2C6DD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EPC.SPACE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D9ECD9-4D4F-4F30-8264-2B6FD1AD0A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421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BE1F61F0-FF18-BF4A-A61F-6B90A1A730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A617B3C-C1F9-4CBA-A0AE-798C304F98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90D575-AE5F-4284-ACC9-19693D952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8FF12DA-9916-4890-B5A6-0CF20E196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618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C8D228E-B119-490F-9544-AFCDF22E6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668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6815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BE1F61F0-FF18-BF4A-A61F-6B90A1A730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A617B3C-C1F9-4CBA-A0AE-798C304F98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90D575-AE5F-4284-ACC9-19693D952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15A3667-8500-451B-9217-F70A5C24D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763" y="437792"/>
            <a:ext cx="10993549" cy="889851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A37CA25B-B78C-4576-B81A-4A17321CCB5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81192" y="2097297"/>
            <a:ext cx="11029616" cy="38779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926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BA768-88BB-2345-8D04-45C8E50C0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73855-67E0-CA47-BB49-EF3744F88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36CF888-1C26-405D-8360-530C329E4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C6565A3-050A-4704-8A68-488434451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29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4BEBC-DA7F-624F-AE81-47FCD70B8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C0968-B931-2446-B6B8-A57CF33BF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9039934-44FF-437F-9AD4-6845EF2DBB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1F7B4AB-75F5-49BC-8F8C-3EC32B39D3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775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1BA92-21DE-2F40-AFCE-39EDAC5AB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D7F41-27E4-3641-A607-6101F4480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091D05-70C4-1245-B07A-C9D57B6F5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CAD9715-3D59-432B-A312-17C96803DA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799AA6C-8935-4CE5-96AF-52752C99D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693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1CD20-EF45-C54D-A54D-D3B541E94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64293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EA387-3CF9-9547-BBE3-253A97455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8033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63AF46-BE02-894C-B902-A65B0DD752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04243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29F7DB-53D3-FC47-B5C5-2D5EA0218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80329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28F9E7-A88A-D943-B162-EA20D63F3B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0424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065D8C86-80C2-4212-92C9-C673ACB62C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23C147D-FB9A-498C-9D5B-37FEDB4614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62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338E5-D337-D94A-8827-77735A032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1535A825-D932-4B23-B7DE-CC511F0462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0D5E666-150C-4667-857C-C124D4AE79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878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D6D4BFE-B36B-4D44-BC8E-2470B29A58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DB116-ED7D-4491-B0AB-C474840F8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075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AEBC9-1831-DE49-B4BD-57705E28C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64601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BEDAB-75CF-D246-8091-FA604B68D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3948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079587-65B1-7E4B-9159-65CCF860CC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4648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E3AC454-7498-488F-B76B-2D30C16DFD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2B73450-9FB1-48E9-9A6F-E9011B7835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046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A8C3C-2F37-5C4A-A738-F881B14E9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84C531-C056-7A44-8BAE-F83058759B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5F5E64-3913-5840-BD76-E0ED1FF0A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CECA6F3D-958A-4521-9FF0-4C295EF45B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A11C9C0-15BD-41E3-ABCC-26D3BAEBFE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5515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DDF9E-0921-5F40-9AE5-65532AE2D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29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816C35-90F3-EE4C-8A60-1E587FA06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408699F-BC2E-47A1-89F9-061188174D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7E6521A-1908-426C-8D52-247AFB727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653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E22814-E726-C547-9BC2-9EFA0542E8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23452"/>
            <a:ext cx="2628900" cy="54436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E73289-ADA4-D64B-AA2A-A10D69CFD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23452"/>
            <a:ext cx="7734300" cy="54436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F734181-5E9B-4D00-91B8-492F2F1999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0D9BC53-3FE7-48D8-9877-70440E6CE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657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763" y="603971"/>
            <a:ext cx="10993549" cy="889851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8763" y="1515060"/>
            <a:ext cx="10993546" cy="59032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50A1A658-C697-48B6-A38E-1EE8EB216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2" y="2097297"/>
            <a:ext cx="11029616" cy="38779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5E3102E-DD8B-4D04-A8B4-B6950ABB5A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Epc.space</a:t>
            </a:r>
          </a:p>
        </p:txBody>
      </p:sp>
    </p:spTree>
    <p:extLst>
      <p:ext uri="{BB962C8B-B14F-4D97-AF65-F5344CB8AC3E}">
        <p14:creationId xmlns:p14="http://schemas.microsoft.com/office/powerpoint/2010/main" val="11341791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856057"/>
            <a:ext cx="11029616" cy="47479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251A69E-2577-42CE-8F19-B8BAF8BC6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2" y="1623225"/>
            <a:ext cx="11029616" cy="38779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04B791F-57C0-429A-A0C2-A6B276BC92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Epc.space</a:t>
            </a:r>
          </a:p>
        </p:txBody>
      </p:sp>
    </p:spTree>
    <p:extLst>
      <p:ext uri="{BB962C8B-B14F-4D97-AF65-F5344CB8AC3E}">
        <p14:creationId xmlns:p14="http://schemas.microsoft.com/office/powerpoint/2010/main" val="2390510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072CE035-55A2-493F-8D9C-8DD89E8C6C5E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546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6941F4-EE6A-0243-9954-A988F3A89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61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7CA05-E293-6D4F-9153-AF706238A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0668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E0464-4D62-104F-8A7B-F404C1390A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98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49" r:id="rId2"/>
    <p:sldLayoutId id="2147483661" r:id="rId3"/>
    <p:sldLayoutId id="2147483660" r:id="rId4"/>
    <p:sldLayoutId id="2147483665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3" r:id="rId16"/>
    <p:sldLayoutId id="2147483664" r:id="rId17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elvetica" panose="020B0604020202020204" pitchFamily="34" charset="0"/>
          <a:ea typeface="+mj-ea"/>
          <a:cs typeface="Helvetica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D16B3-AB76-4ACB-96F7-C2A3B775F3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SWITCHING Life TEST</a:t>
            </a:r>
            <a:br>
              <a:rPr lang="en-US" sz="3600" dirty="0"/>
            </a:br>
            <a:r>
              <a:rPr lang="en-US" sz="3600" dirty="0"/>
              <a:t>FBG10N30</a:t>
            </a:r>
          </a:p>
        </p:txBody>
      </p:sp>
    </p:spTree>
    <p:extLst>
      <p:ext uri="{BB962C8B-B14F-4D97-AF65-F5344CB8AC3E}">
        <p14:creationId xmlns:p14="http://schemas.microsoft.com/office/powerpoint/2010/main" val="1095018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042B7-F20A-4833-90ED-81960B35E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Switching LIFE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6D311C-D70A-4B03-A53E-EBFF257D5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737621B-0E71-4D7C-9EA1-B00862D9EF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025" y="1624013"/>
            <a:ext cx="11029950" cy="3876675"/>
          </a:xfrm>
        </p:spPr>
        <p:txBody>
          <a:bodyPr>
            <a:normAutofit/>
          </a:bodyPr>
          <a:lstStyle/>
          <a:p>
            <a:r>
              <a:rPr lang="en-US" sz="2400" dirty="0"/>
              <a:t>Tested variations of VDS voltage, IDS current and Switching Frequency in a high side buck converter over a 2000Hrs time </a:t>
            </a:r>
          </a:p>
          <a:p>
            <a:pPr lvl="1"/>
            <a:r>
              <a:rPr lang="en-US" sz="2400" dirty="0"/>
              <a:t>VDS tested :  40V, 60V and 90V (Nominal) measured at Power supply and does not include any overshoot occurring at the DUT due to the buck 	circuit performance.</a:t>
            </a:r>
          </a:p>
          <a:p>
            <a:pPr lvl="1"/>
            <a:r>
              <a:rPr lang="en-US" sz="2400" dirty="0" err="1"/>
              <a:t>Iout</a:t>
            </a:r>
            <a:r>
              <a:rPr lang="en-US" sz="2400" dirty="0"/>
              <a:t> tested : 1A, 4A, 7.5A</a:t>
            </a:r>
          </a:p>
          <a:p>
            <a:pPr lvl="1"/>
            <a:r>
              <a:rPr lang="en-US" sz="2400" dirty="0"/>
              <a:t>Parts tested with full parametric test at interim steps 48,hrs, 120hrs, 260hrs, 500hrs, 1000hrs, 2000hrs</a:t>
            </a:r>
          </a:p>
          <a:p>
            <a:pPr lvl="1"/>
            <a:r>
              <a:rPr lang="en-US" sz="2400" dirty="0"/>
              <a:t>No failures have been observed</a:t>
            </a:r>
          </a:p>
        </p:txBody>
      </p:sp>
    </p:spTree>
    <p:extLst>
      <p:ext uri="{BB962C8B-B14F-4D97-AF65-F5344CB8AC3E}">
        <p14:creationId xmlns:p14="http://schemas.microsoft.com/office/powerpoint/2010/main" val="3676006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9BD41-A850-46F2-93D9-8AFF2D4F6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10N30 Efficiency Normalized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1015A5-8F50-4763-936B-1F41BB068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924F9A-CC69-415F-BF1C-7CFB2099EB9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73372" y="1504654"/>
            <a:ext cx="3087461" cy="19673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B9840A-F956-4E8D-9EA6-CFF22FB7FC8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3239" y="1511499"/>
            <a:ext cx="3038761" cy="19563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DE5456-25E3-4494-85E6-FC46A79B32A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27" y="1504654"/>
            <a:ext cx="3145054" cy="19673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AD8E17-B6ED-4493-A7AD-D7E11E45F31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4261" y="1504654"/>
            <a:ext cx="2918030" cy="19635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B34924-5334-4C8C-AFA6-7CB245EBA92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07" y="3472048"/>
            <a:ext cx="3145954" cy="19119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D7A219-728A-4521-989C-E6498BA80DC6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4261" y="3467836"/>
            <a:ext cx="2915663" cy="19077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32DE19-E419-4560-915D-498192FADCFC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69925" y="3474681"/>
            <a:ext cx="3083314" cy="19092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3E2E5C-7D9F-46B6-BD5E-A8CE9A383FB7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3238" y="3474681"/>
            <a:ext cx="3038761" cy="19092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C6D8EB2-3F61-4C3D-8B6D-F8232D2CAC25}"/>
              </a:ext>
            </a:extLst>
          </p:cNvPr>
          <p:cNvSpPr txBox="1"/>
          <p:nvPr/>
        </p:nvSpPr>
        <p:spPr>
          <a:xfrm>
            <a:off x="296091" y="5549402"/>
            <a:ext cx="11408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Take away :   Efficiency dependent to drain voltage no current dependence .</a:t>
            </a:r>
          </a:p>
          <a:p>
            <a:r>
              <a:rPr lang="en-US" dirty="0"/>
              <a:t>	      Temperature seems to slow down the </a:t>
            </a:r>
            <a:r>
              <a:rPr lang="en-US" dirty="0" err="1"/>
              <a:t>Drdson</a:t>
            </a:r>
            <a:r>
              <a:rPr lang="en-US" dirty="0"/>
              <a:t> effect thru annealing .  </a:t>
            </a:r>
          </a:p>
        </p:txBody>
      </p:sp>
    </p:spTree>
    <p:extLst>
      <p:ext uri="{BB962C8B-B14F-4D97-AF65-F5344CB8AC3E}">
        <p14:creationId xmlns:p14="http://schemas.microsoft.com/office/powerpoint/2010/main" val="4029762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9BD41-A850-46F2-93D9-8AFF2D4F6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10N30 Efficiency (raw data)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1015A5-8F50-4763-936B-1F41BB068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3357725-0649-4EBC-8522-A51BC0EAE4E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502226"/>
            <a:ext cx="3105936" cy="19620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A480E87-4A99-4410-BED5-678B95C56A8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04126" y="1502226"/>
            <a:ext cx="2969400" cy="196491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672EB61-3BF2-4EA8-9C03-A304E78982E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0333" y="1502226"/>
            <a:ext cx="3105934" cy="195801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BFCC4B4-ADE8-4ABC-B47E-EEA5EAA6A1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7461" y="1502226"/>
            <a:ext cx="3000401" cy="196491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22E5316-4BAA-4942-8EB9-1D0081C69FC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574" y="3429001"/>
            <a:ext cx="3104175" cy="191263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44200AA-B45E-477B-BFB7-F471C15952A2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87461" y="3429001"/>
            <a:ext cx="3000401" cy="191263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FD3F11B-4ABA-4592-8A39-7572BE28C14E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87862" y="3428999"/>
            <a:ext cx="3116264" cy="191263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A7B8A57-62AD-4388-A708-3B4D370FFE0E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83897" y="3428999"/>
            <a:ext cx="2989629" cy="192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542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9BD41-A850-46F2-93D9-8AFF2D4F6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RDSON Normalized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1015A5-8F50-4763-936B-1F41BB068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AB6E956-6671-4B46-8924-184A6B00D04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2175" y="1372544"/>
            <a:ext cx="3105506" cy="20438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398BE2-51E4-4629-B545-22D5E49A4F8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3829" y="1372544"/>
            <a:ext cx="3132253" cy="209061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02D727B-423B-4F1A-821A-3E2A9FB0900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2672" y="3428999"/>
            <a:ext cx="3105506" cy="20557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BDA41E8-31B3-4C1A-9E71-BE7B3D4D564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3829" y="3404823"/>
            <a:ext cx="3137885" cy="206733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C11A1B-C895-43C9-893D-76F9E67A8F4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96082" y="1385843"/>
            <a:ext cx="3132253" cy="201561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A13723D-BB0B-46C0-B809-B52E085ACD2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28335" y="1385843"/>
            <a:ext cx="2863665" cy="20305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0B43704-F999-42E4-94C6-C0DC828E2D61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5585" y="3398725"/>
            <a:ext cx="3132253" cy="204992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63315C7-EB6E-4651-9EB9-A95DFC15ECED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47341" y="3404824"/>
            <a:ext cx="2844659" cy="203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221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9BD41-A850-46F2-93D9-8AFF2D4F6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RDSON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1015A5-8F50-4763-936B-1F41BB068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724873-79C0-442F-89C0-D9D2ED9B76E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379571"/>
            <a:ext cx="3073331" cy="20313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A185C7-4E9D-46C3-8071-5B0A9FC0464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73331" y="1367091"/>
            <a:ext cx="3065611" cy="20866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F18DF4-0CE7-40FD-A8A8-2FA831D2D8D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4531" y="3410918"/>
            <a:ext cx="3065611" cy="20083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E66E49-D3D6-4823-B920-E3FB9FB124A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1080" y="3418642"/>
            <a:ext cx="3087861" cy="20153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FFA77D-6793-48A1-BC13-7DC6531E207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6663" y="1367019"/>
            <a:ext cx="3191302" cy="20646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7240C2-7C12-4B88-B15F-E18C38A3750A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37965" y="1379571"/>
            <a:ext cx="2854035" cy="20487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F6CC26-6C83-430F-A2C8-CC2CF99107D6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38941" y="3410919"/>
            <a:ext cx="3191302" cy="20230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1BEC2F-4756-4AF7-9329-04FC6FAA6671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37965" y="3431695"/>
            <a:ext cx="2854035" cy="199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74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9BD41-A850-46F2-93D9-8AFF2D4F6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DRON Normalized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1015A5-8F50-4763-936B-1F41BB068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8B7602-431E-4BD1-9FC8-11614B0B9A1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85" y="1345865"/>
            <a:ext cx="3061067" cy="20743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F914C3-DC14-478A-A951-77C0D8FBCCD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2084" y="1360967"/>
            <a:ext cx="3050635" cy="20768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3824F6-7961-4425-85A8-F41E44AAFDC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74" y="3420181"/>
            <a:ext cx="3073610" cy="19689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D2D517-661A-4B90-BEC7-3779BDC8B4F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00405" y="3420180"/>
            <a:ext cx="3042313" cy="19653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02397F-9901-4F69-A72D-86A3B88C92E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2720" y="1360967"/>
            <a:ext cx="3063180" cy="20645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A66C43-93EF-4DF4-B17F-9043BB078E77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05900" y="1360967"/>
            <a:ext cx="2965516" cy="20768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EFCCDF-ABD3-4516-9459-CB1183A7FD36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34399" y="3429000"/>
            <a:ext cx="3079822" cy="19564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5C984F-FAF6-418B-8E25-DC324DE65F40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14222" y="3437820"/>
            <a:ext cx="2957194" cy="194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043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9BD41-A850-46F2-93D9-8AFF2D4F6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DRON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1015A5-8F50-4763-936B-1F41BB068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DD8579B-449D-4254-8246-22153DC3620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355238"/>
            <a:ext cx="3064918" cy="20687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DE2A5C1-CBE1-4B33-A962-C40A8871D76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0839" y="1355238"/>
            <a:ext cx="3035161" cy="20441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73D99A3-9358-4A60-ADCD-18AE855CD6E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433979"/>
            <a:ext cx="3064918" cy="198454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2331CE4-15E4-42F4-8A99-1C5EF81348E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0838" y="3423736"/>
            <a:ext cx="3035161" cy="19808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A7B05A6-4E62-4730-ACE9-36D13952D81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5999" y="1360967"/>
            <a:ext cx="3177733" cy="204282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6D2A848-156F-404C-B2BB-E8633CE723C4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65573" y="1362672"/>
            <a:ext cx="2926427" cy="203711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BC86529-032A-4B19-BEC3-08058F504FD1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3409525"/>
            <a:ext cx="3149600" cy="199501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128155F-413A-42D1-82CB-A67D8709100D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65572" y="3399350"/>
            <a:ext cx="2926427" cy="199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262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9BD41-A850-46F2-93D9-8AFF2D4F6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Vth NORMALIZED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1015A5-8F50-4763-936B-1F41BB068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485C62-2687-43B5-9E54-FF4EB0595F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8235" y="1365093"/>
            <a:ext cx="3098119" cy="20546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C077D5-68B3-4A80-B660-C6A0E743966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9884" y="1365093"/>
            <a:ext cx="3032067" cy="20408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1E1D8B-694F-4582-B58C-2AA57012258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937" y="3429000"/>
            <a:ext cx="3083822" cy="20026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4FE852-D583-404B-B2ED-D8BC18E801C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9885" y="3419764"/>
            <a:ext cx="3032066" cy="20026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7B5B90-B81B-4E7A-9ED2-4591EFC4788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1951" y="1377431"/>
            <a:ext cx="3172874" cy="20493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433BAC-C0E0-4458-8A1A-713A5A24FC43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64825" y="1412243"/>
            <a:ext cx="2927175" cy="20268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A22750-C4EC-4731-B81B-B3D722590882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1951" y="3398725"/>
            <a:ext cx="3151593" cy="20164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4F024A-288F-4334-B8E6-4B34C30ABA13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43545" y="3405966"/>
            <a:ext cx="2927176" cy="200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613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9BD41-A850-46F2-93D9-8AFF2D4F6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Vth (raw data)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1015A5-8F50-4763-936B-1F41BB068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88E339-F10F-4E6E-9D59-152D1EEFC8C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8" y="1360967"/>
            <a:ext cx="3061374" cy="20530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448AE45-A6EC-481D-9757-0C2E511929B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77131" y="1367091"/>
            <a:ext cx="3018396" cy="204690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8C7E245-31A2-4084-AEB9-0B50F0ABBB1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74" y="3429000"/>
            <a:ext cx="3049779" cy="204690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B6DFA41-8C17-456E-8A8B-2EC27766041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252" y="3415412"/>
            <a:ext cx="3003717" cy="204690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D1E6BA2-D11D-4B61-998D-BB7A325447D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72969" y="1360967"/>
            <a:ext cx="3166198" cy="206824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D5AA50E-DDA5-42A8-881B-E129C798F291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15661" y="1356576"/>
            <a:ext cx="2968462" cy="205883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FAB33A9-9B80-4DDE-A0AE-BF511DB6D1F1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72969" y="3391302"/>
            <a:ext cx="3191618" cy="204690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1B16C10-6991-4C26-9BAA-CDF2EBCD0EB2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38219" y="3391302"/>
            <a:ext cx="2953781" cy="204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372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9BD41-A850-46F2-93D9-8AFF2D4F6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Vth-POST RDSON Test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1015A5-8F50-4763-936B-1F41BB068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B74818-49B2-483F-A914-7025DB90C8D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381" y="1434325"/>
            <a:ext cx="3088103" cy="20349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DB114A-8267-4569-8EB2-0DC97A234AF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382" y="3469300"/>
            <a:ext cx="3043620" cy="20055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332C2F-02A9-4625-99D5-E2E476F4A9F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3002" y="3469300"/>
            <a:ext cx="2965864" cy="20055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759B4D-378E-4FF5-871B-475105FB3A1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07485" y="1434326"/>
            <a:ext cx="2921381" cy="20302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FEC84F-95B4-4173-894C-4EF479A7B5B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28867" y="1434327"/>
            <a:ext cx="3043619" cy="20416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F72322-7457-4D06-8F63-26A4EB0443D5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72486" y="1434327"/>
            <a:ext cx="3100133" cy="20302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6A145A-F7C3-4B84-B72D-8B3C34B07BC5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28867" y="3475972"/>
            <a:ext cx="3032066" cy="19989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E11F98A-5E85-4525-A5FC-426311251E53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60933" y="3464538"/>
            <a:ext cx="3116770" cy="199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584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9BD41-A850-46F2-93D9-8AFF2D4F6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Vth-POST-PRE DELTA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1015A5-8F50-4763-936B-1F41BB068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5E1D40-8613-40E5-A820-62C2F453815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444835"/>
            <a:ext cx="2962685" cy="19769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0B280F-D381-4232-AF2A-266E7F1D890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62685" y="1444836"/>
            <a:ext cx="3133315" cy="19657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67FEB9D-B63A-4F6D-9502-AFB1651598B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267" y="3410610"/>
            <a:ext cx="2968952" cy="19044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D63912C-A32C-4483-B50B-D197CEC21FD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62685" y="3410610"/>
            <a:ext cx="3133310" cy="191092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D8980F8-A2D5-45FB-A141-F17C5E688AD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455326"/>
            <a:ext cx="3133316" cy="197296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AA06820-8F54-4F8F-A391-8292E3CC7D85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29310" y="1462103"/>
            <a:ext cx="2962685" cy="197296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68F33DF-5606-455A-9A71-E96422932C7D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3421749"/>
            <a:ext cx="3133316" cy="189557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56AF7C4-02CB-49EF-A2E7-204EC382B5EC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29310" y="3428292"/>
            <a:ext cx="2952021" cy="189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805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9BD41-A850-46F2-93D9-8AFF2D4F6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IDSS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1015A5-8F50-4763-936B-1F41BB068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6D0080C-DF3F-46F8-BCD8-AE5E02F968C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46" y="1496861"/>
            <a:ext cx="3041545" cy="19585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32B4705-D224-4C62-9AE1-372DDF520CE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7237" y="1492027"/>
            <a:ext cx="3077086" cy="198145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8CCF106-318C-4AD3-AD5E-F2D27288F9D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12" y="3455432"/>
            <a:ext cx="3035675" cy="195019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D6ACBA3-9F79-4C01-B893-43558DD2FA3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7237" y="3455432"/>
            <a:ext cx="3043587" cy="195857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3680DEE-7D03-47B3-B02B-F39AFAF6CD93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34323" y="1492027"/>
            <a:ext cx="3029791" cy="196775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F17053A-1816-4314-9F7F-E76AC825DC45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23011" y="1492026"/>
            <a:ext cx="3068989" cy="198145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34708DF-D4B6-4D42-97DB-511AF8D224D1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6078" y="3455432"/>
            <a:ext cx="2970572" cy="193213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8B7FC2A-EE48-48FE-B57C-71C09609D7E7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31107" y="3462516"/>
            <a:ext cx="2986474" cy="1951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413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9BD41-A850-46F2-93D9-8AFF2D4F6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91" y="856057"/>
            <a:ext cx="11029616" cy="474794"/>
          </a:xfrm>
        </p:spPr>
        <p:txBody>
          <a:bodyPr>
            <a:normAutofit fontScale="90000"/>
          </a:bodyPr>
          <a:lstStyle/>
          <a:p>
            <a:r>
              <a:rPr lang="en-US" dirty="0"/>
              <a:t>IGSS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1015A5-8F50-4763-936B-1F41BB068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C5B68B-2DF5-41DD-8A4A-0C6532408BC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2723" y="1484420"/>
            <a:ext cx="3075257" cy="19832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9E4A9B-47C2-48CF-8F17-527B73D8D0B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2535" y="1492029"/>
            <a:ext cx="3051936" cy="1979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F33738-51F8-4571-AE16-9E8C8265496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479236"/>
            <a:ext cx="3074199" cy="19257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3C5655-12DC-41CC-A997-41B65141511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2534" y="3471626"/>
            <a:ext cx="3046812" cy="19385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777FDA-EB59-402C-BCBB-0FE46DAA04A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484420"/>
            <a:ext cx="3083051" cy="19899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C32D0D-D185-4959-99BC-C35B6DF46AA6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79051" y="1482067"/>
            <a:ext cx="3021801" cy="19971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745B8DE-E16C-4E80-AB60-D5AFFCEF4639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3479235"/>
            <a:ext cx="3074199" cy="19442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B7BD08-3FF5-4CE7-A75F-4A2D298B356F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79052" y="3471626"/>
            <a:ext cx="3021800" cy="1930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519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97F4E4FD-3BA3-473E-B7A8-0DF235177392}" vid="{32208431-F46B-44E9-B888-516CDC64903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EPC SPACE PPT Template</Template>
  <TotalTime>11632</TotalTime>
  <Words>163</Words>
  <Application>Microsoft Office PowerPoint</Application>
  <PresentationFormat>Widescreen</PresentationFormat>
  <Paragraphs>34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Helvetica</vt:lpstr>
      <vt:lpstr>Office Theme</vt:lpstr>
      <vt:lpstr>SWITCHING Life TEST FBG10N30</vt:lpstr>
      <vt:lpstr>Switching LIFE</vt:lpstr>
      <vt:lpstr>10N30 Efficiency Normalized</vt:lpstr>
      <vt:lpstr>10N30 Efficiency (raw data)</vt:lpstr>
      <vt:lpstr>RDSON Normalized</vt:lpstr>
      <vt:lpstr>RDSON</vt:lpstr>
      <vt:lpstr>DRON Normalized</vt:lpstr>
      <vt:lpstr>DRON</vt:lpstr>
      <vt:lpstr>Vth NORMALIZED</vt:lpstr>
      <vt:lpstr>Vth (raw data)</vt:lpstr>
      <vt:lpstr>Vth-POST RDSON Test</vt:lpstr>
      <vt:lpstr>Vth-POST-PRE DELTA</vt:lpstr>
      <vt:lpstr>IDSS</vt:lpstr>
      <vt:lpstr>IGSS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Renee Yawger</dc:creator>
  <cp:lastModifiedBy>Max Zafrani</cp:lastModifiedBy>
  <cp:revision>222</cp:revision>
  <dcterms:created xsi:type="dcterms:W3CDTF">2020-04-15T23:34:04Z</dcterms:created>
  <dcterms:modified xsi:type="dcterms:W3CDTF">2024-05-06T03:56:50Z</dcterms:modified>
</cp:coreProperties>
</file>