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362" r:id="rId2"/>
    <p:sldId id="337" r:id="rId3"/>
    <p:sldId id="264" r:id="rId4"/>
    <p:sldId id="265" r:id="rId5"/>
    <p:sldId id="266" r:id="rId6"/>
    <p:sldId id="353" r:id="rId7"/>
    <p:sldId id="354" r:id="rId8"/>
    <p:sldId id="355" r:id="rId9"/>
    <p:sldId id="356" r:id="rId10"/>
    <p:sldId id="273" r:id="rId11"/>
    <p:sldId id="281" r:id="rId12"/>
    <p:sldId id="274" r:id="rId13"/>
    <p:sldId id="357" r:id="rId14"/>
    <p:sldId id="279" r:id="rId15"/>
    <p:sldId id="278" r:id="rId16"/>
    <p:sldId id="275" r:id="rId17"/>
    <p:sldId id="276" r:id="rId18"/>
    <p:sldId id="268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96357" autoAdjust="0"/>
  </p:normalViewPr>
  <p:slideViewPr>
    <p:cSldViewPr snapToGrid="0" snapToObjects="1">
      <p:cViewPr varScale="1">
        <p:scale>
          <a:sx n="77" d="100"/>
          <a:sy n="77" d="100"/>
        </p:scale>
        <p:origin x="330" y="5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78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 HTGB &amp; HTRB Life TEST</a:t>
            </a:r>
            <a:br>
              <a:rPr lang="en-US" sz="3600" dirty="0"/>
            </a:br>
            <a:r>
              <a:rPr lang="en-US" sz="3600" dirty="0"/>
              <a:t>FBG10N30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EBEC-8797-4226-80CE-B043E8BA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81733"/>
            <a:ext cx="11029616" cy="474794"/>
          </a:xfrm>
        </p:spPr>
        <p:txBody>
          <a:bodyPr>
            <a:normAutofit fontScale="90000"/>
          </a:bodyPr>
          <a:lstStyle/>
          <a:p>
            <a:r>
              <a:rPr lang="en-US" dirty="0"/>
              <a:t>DC LIFE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04387-1BCC-4094-AF5F-296C7B4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DFE18-589A-4166-ABF3-5894D19980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Tested variations of VDS and VGS voltages over several temperatures over a 2000Hrs timeframe</a:t>
            </a:r>
          </a:p>
          <a:p>
            <a:pPr lvl="1"/>
            <a:r>
              <a:rPr lang="en-US" sz="2400" dirty="0"/>
              <a:t>VDS Tested : 110V, 120V, 130V at Temperatures of 90C and 120C</a:t>
            </a:r>
          </a:p>
          <a:p>
            <a:pPr lvl="1"/>
            <a:r>
              <a:rPr lang="en-US" sz="2400" dirty="0"/>
              <a:t>VGS Tested : 5V, 6V, 6.75V at Temperatures of 110C and 150C</a:t>
            </a:r>
          </a:p>
          <a:p>
            <a:pPr lvl="1"/>
            <a:r>
              <a:rPr lang="en-US" sz="2400" dirty="0"/>
              <a:t>Parts tested with full parametric test on Focused tester at interim steps 24hrs, 48,hrs, 96hrs, 210hrs, 500hrs, 1000hrs, 1500hrs, 2000hrs</a:t>
            </a:r>
          </a:p>
          <a:p>
            <a:pPr lvl="1"/>
            <a:r>
              <a:rPr lang="en-US" sz="2400" dirty="0"/>
              <a:t> Parts with very high leakage were removed at each step</a:t>
            </a:r>
          </a:p>
          <a:p>
            <a:pPr lvl="1"/>
            <a:r>
              <a:rPr lang="en-US" sz="2400" dirty="0"/>
              <a:t>X axis (voltage represents Applied stress voltage not test voltage)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417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OVEN LOGS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CB479-4E65-4507-A772-602B67047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035" y="2262630"/>
            <a:ext cx="5213606" cy="3140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0891B-63BA-48B9-8840-17B6506D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05" y="2262630"/>
            <a:ext cx="5225140" cy="31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2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 LIFE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2FF9D3-D027-48B2-9788-52E689B00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5" y="1445484"/>
            <a:ext cx="3968840" cy="26458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636962-AA8A-4628-A1DA-D0C4C4AF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2" y="4206010"/>
            <a:ext cx="3962743" cy="2651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FE0722-4A69-4B80-B8EA-41D950266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802" y="1445483"/>
            <a:ext cx="3968840" cy="26458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6C7873-44D5-4671-A6A3-CBFE2FEA8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802" y="4206010"/>
            <a:ext cx="3968840" cy="26519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E1B43D-B6DA-4068-971B-F39475E9D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589" y="1439386"/>
            <a:ext cx="3974937" cy="26519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4F7A23-99FA-43DB-9DF5-441734F19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589" y="4199911"/>
            <a:ext cx="3974937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9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 LIFE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4CC6CC-EE6D-40D1-9C84-2185A3F8F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1" y="1544519"/>
            <a:ext cx="3974937" cy="26458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B7D487-E689-4556-91E9-80D05A735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5" y="4198801"/>
            <a:ext cx="3962743" cy="264589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C982CF-07D5-473E-9802-13318FE0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578" y="1544518"/>
            <a:ext cx="3974937" cy="26458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08FDB8E-D8ED-43E2-AEDD-CB5513454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515" y="1544517"/>
            <a:ext cx="3974937" cy="26458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D5FB42-9082-4F3A-872A-DB9810049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515" y="4206010"/>
            <a:ext cx="3968840" cy="2651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572A8F-9050-4154-A303-0E8DD138C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675" y="4215513"/>
            <a:ext cx="3968840" cy="26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1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624F1-B1EA-4062-A538-3C063EE2B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" y="1445484"/>
            <a:ext cx="3968840" cy="2645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5CAF29-8E2B-4B4D-83FC-27F526257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6010"/>
            <a:ext cx="3974937" cy="2651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92F177-10B5-464C-9607-E5524B48D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580" y="1439387"/>
            <a:ext cx="3968840" cy="2651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0233F-BED6-4A29-AEB9-E2147D638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580" y="4212107"/>
            <a:ext cx="3968840" cy="264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C25F59-6961-4C84-ABCD-9AA4C5022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063" y="1445484"/>
            <a:ext cx="3974937" cy="2651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2D8147-3BFF-403A-9A91-69893EB83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7062" y="4206010"/>
            <a:ext cx="3974937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9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E1F0-F874-49D7-BA3B-7E31E87D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321B7-A8FE-4F0A-A811-C075D0EE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D4295-542A-4972-A276-81769923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435"/>
            <a:ext cx="3962743" cy="2651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B1464-31D9-4587-ACE7-C4474F22C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6010"/>
            <a:ext cx="3974937" cy="2651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B50E7-824B-4CE7-BDAE-9212F1E9B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531" y="1442435"/>
            <a:ext cx="3974937" cy="2651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82A193-8EA1-4F06-A7B7-82E5E6036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8531" y="4206009"/>
            <a:ext cx="3962743" cy="2645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D9071-282D-4FF4-B340-FF853A184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063" y="1442435"/>
            <a:ext cx="3974937" cy="2651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504BF-D532-4D94-96AC-3C68330089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256" y="4206010"/>
            <a:ext cx="3968840" cy="26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1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63B64-1DC9-4149-AE1D-5C0B51FF6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435"/>
            <a:ext cx="3962743" cy="2651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53B699-B001-4DC9-9270-9A480561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206010"/>
            <a:ext cx="3962743" cy="2651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6A35E-7BD8-4FA3-BB66-03CF72286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676" y="1442435"/>
            <a:ext cx="3956647" cy="264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B915EB-2253-4606-B3B3-C4CD3C18A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580" y="4212107"/>
            <a:ext cx="3962743" cy="2645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370A9A-2C46-469E-BE89-C76093D3C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257" y="1442435"/>
            <a:ext cx="3962743" cy="2651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296AAF-82E8-4DDF-ABE7-06AD7F0EBE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257" y="4212107"/>
            <a:ext cx="3962743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18FF7-E4A2-41A1-90EE-7F245D15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48532"/>
            <a:ext cx="3962743" cy="2645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2D5514-60C3-4BA9-9272-73A4F156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2107"/>
            <a:ext cx="3962743" cy="2645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A6BEC6-4E77-4AE5-A379-1A420EC5B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973" y="4212106"/>
            <a:ext cx="3962743" cy="264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E73736-A44F-4C2A-857E-749825BC0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972" y="1448532"/>
            <a:ext cx="3962743" cy="2645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992F73-73EF-4DB0-96F8-6DBF79479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257" y="1461760"/>
            <a:ext cx="3962743" cy="2645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F0C73-583C-45B7-8F55-90340B5B5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257" y="4212107"/>
            <a:ext cx="3962743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39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55C9D-BA7B-4617-A940-B627011DD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454628"/>
            <a:ext cx="3962743" cy="2639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8F5F9-BF73-47BA-95BE-FE2C929B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218203"/>
            <a:ext cx="3962743" cy="2639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AB57A-2233-4FDD-A444-CE8F0C431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628" y="1454628"/>
            <a:ext cx="3962743" cy="2651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3E077D-BF4C-427B-A18D-82751E573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628" y="4206010"/>
            <a:ext cx="3962743" cy="2651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97248A-1C97-467D-86C7-AC8D8D12D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257" y="1454628"/>
            <a:ext cx="3962743" cy="2651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020F3B-2C3E-4992-BBC4-DC2EDE488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257" y="4230395"/>
            <a:ext cx="3962743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74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56942-7390-4DAA-80CF-1A6DD0527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679" y="4254782"/>
            <a:ext cx="3993226" cy="2603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ED0F53-9B93-42F3-82D6-F3EB8F28C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774" y="1669854"/>
            <a:ext cx="3993226" cy="2584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56F08B-C568-4255-B545-6C58E354B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714" y="4248685"/>
            <a:ext cx="3999323" cy="25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8F746A-643B-4584-B08B-AF13B6B46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619" y="1669854"/>
            <a:ext cx="3999323" cy="2597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B0014F-1D38-4747-9EB0-9DCEA0E16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39540"/>
            <a:ext cx="3999323" cy="2609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4B62B-4A04-4F93-B41A-A90C5C761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" y="1669854"/>
            <a:ext cx="4005419" cy="25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7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081EA-AFA3-4CDF-A9BB-2EF43449D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774" y="1654613"/>
            <a:ext cx="3993226" cy="2597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1CA685-7F73-45E8-959D-36912F052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467" y="4197648"/>
            <a:ext cx="4005419" cy="2615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79607-DB6E-466B-9BAD-C9918741B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564" y="1645468"/>
            <a:ext cx="3993226" cy="2597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19A2BB-E6F9-494E-8705-CCED90EAD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42589"/>
            <a:ext cx="4011516" cy="2597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DEDAF2-2D71-438E-A86C-11C2F6BF8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96" y="1654613"/>
            <a:ext cx="3993226" cy="2597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ED4FB7-FB16-4CF2-B669-5DD217E778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0486" y="4236492"/>
            <a:ext cx="4011516" cy="26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1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445B7-087D-4F44-A87A-B14BB0523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774" y="4260879"/>
            <a:ext cx="3993226" cy="2597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DF254-54E7-436D-AF9F-15E64FE0D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774" y="1657661"/>
            <a:ext cx="3993226" cy="2603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BE0561-D482-4557-8CD2-1892C80E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242" y="4260878"/>
            <a:ext cx="4011516" cy="2597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16A4B-009E-4A66-A81B-ACD6611EB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242" y="1657661"/>
            <a:ext cx="3993226" cy="2603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F68980-27E9-4FFE-973B-9DCFC5C0F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54781"/>
            <a:ext cx="3993226" cy="2603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FF47DF-A42E-48BE-B34D-0124935FB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654613"/>
            <a:ext cx="3999323" cy="26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4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6365C-D7CE-48B5-888B-4177A104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774" y="1651564"/>
            <a:ext cx="3993226" cy="2603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21A61-2685-4D21-BF9E-ECE1F9BD7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387" y="1651564"/>
            <a:ext cx="3993226" cy="2603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61245C-B857-4969-9B4B-7F3A9EE40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1564"/>
            <a:ext cx="3993226" cy="2603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E6A97D-E7C6-4C04-B56E-563FE02BB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774" y="4254782"/>
            <a:ext cx="3993226" cy="2603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850AB9-6DA0-4504-AB50-892E4260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387" y="4254782"/>
            <a:ext cx="3993226" cy="2603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18558-B5E7-4525-A22D-2EC81579C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254782"/>
            <a:ext cx="3993226" cy="26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1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055C1-BF31-462B-9011-0103D9B4E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677" y="1639372"/>
            <a:ext cx="3999323" cy="2609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88C0BD-47F1-4F2B-971D-868ABCDB9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338" y="1657661"/>
            <a:ext cx="3993226" cy="2597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8CD91-03CE-4DC4-8FA5-593B17FFF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82047"/>
            <a:ext cx="3999323" cy="2591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5BB110-32BA-4724-A3C4-1F4C2E3CA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098" y="4284924"/>
            <a:ext cx="3993226" cy="2584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F1A16-0B7D-466B-AE91-64FD7D52A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241" y="4248686"/>
            <a:ext cx="3999323" cy="2603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6CE120-5B59-4D06-A68B-B6F95D21E5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0482" y="4254782"/>
            <a:ext cx="3999323" cy="26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6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BD2BF-7979-4BED-8DFC-6B5DC06C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674" y="1645468"/>
            <a:ext cx="3999323" cy="2597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FBC8DA-4DED-4EAE-A656-B844C3A83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673" y="4242589"/>
            <a:ext cx="3999323" cy="2615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8D466-327A-4BA1-9A3D-15E9E61CA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338" y="4260879"/>
            <a:ext cx="3999323" cy="2597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FE196B-DB52-4E6A-8312-73F510B63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337" y="1663758"/>
            <a:ext cx="3999323" cy="2597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11C9FE-69D9-465A-8979-A49469498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66975"/>
            <a:ext cx="3987130" cy="2591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5259A3-39BD-4C21-A755-920BBFFD6D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193" y="1663758"/>
            <a:ext cx="3999323" cy="26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1842-0BFD-497F-AC5D-27480930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ADAC4-CEBA-4FA7-8ED6-D6F7DE37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F8D1B-7112-4615-BDE4-447F8ADC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581" y="4248686"/>
            <a:ext cx="4005419" cy="2609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801D9-010C-4D48-AB72-9EFB4FA1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581" y="1639372"/>
            <a:ext cx="4005419" cy="2609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4870B7-19A1-4D65-996B-7DA0CDAA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90" y="1639372"/>
            <a:ext cx="4005419" cy="2609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94DC1-0E28-499B-8EAF-6C2FDDEAD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290" y="4248686"/>
            <a:ext cx="4005419" cy="2615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C053F1-B54A-440C-8266-4D4CE536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1639372"/>
            <a:ext cx="4005419" cy="2609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474844-D15B-4425-B77C-AE1B991F4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254783"/>
            <a:ext cx="4005419" cy="26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5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LIFE TEST SUMMARY HTGB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22FC46-CD9E-4B62-A60A-D343DF785D44}"/>
              </a:ext>
            </a:extLst>
          </p:cNvPr>
          <p:cNvGraphicFramePr>
            <a:graphicFrameLocks noGrp="1"/>
          </p:cNvGraphicFramePr>
          <p:nvPr/>
        </p:nvGraphicFramePr>
        <p:xfrm>
          <a:off x="101543" y="1978497"/>
          <a:ext cx="5913364" cy="3977640"/>
        </p:xfrm>
        <a:graphic>
          <a:graphicData uri="http://schemas.openxmlformats.org/drawingml/2006/table">
            <a:tbl>
              <a:tblPr/>
              <a:tblGrid>
                <a:gridCol w="517015">
                  <a:extLst>
                    <a:ext uri="{9D8B030D-6E8A-4147-A177-3AD203B41FA5}">
                      <a16:colId xmlns:a16="http://schemas.microsoft.com/office/drawing/2014/main" val="2448353285"/>
                    </a:ext>
                  </a:extLst>
                </a:gridCol>
                <a:gridCol w="969404">
                  <a:extLst>
                    <a:ext uri="{9D8B030D-6E8A-4147-A177-3AD203B41FA5}">
                      <a16:colId xmlns:a16="http://schemas.microsoft.com/office/drawing/2014/main" val="1002928059"/>
                    </a:ext>
                  </a:extLst>
                </a:gridCol>
                <a:gridCol w="969404">
                  <a:extLst>
                    <a:ext uri="{9D8B030D-6E8A-4147-A177-3AD203B41FA5}">
                      <a16:colId xmlns:a16="http://schemas.microsoft.com/office/drawing/2014/main" val="2361207701"/>
                    </a:ext>
                  </a:extLst>
                </a:gridCol>
                <a:gridCol w="517015">
                  <a:extLst>
                    <a:ext uri="{9D8B030D-6E8A-4147-A177-3AD203B41FA5}">
                      <a16:colId xmlns:a16="http://schemas.microsoft.com/office/drawing/2014/main" val="3480601267"/>
                    </a:ext>
                  </a:extLst>
                </a:gridCol>
                <a:gridCol w="818608">
                  <a:extLst>
                    <a:ext uri="{9D8B030D-6E8A-4147-A177-3AD203B41FA5}">
                      <a16:colId xmlns:a16="http://schemas.microsoft.com/office/drawing/2014/main" val="46930480"/>
                    </a:ext>
                  </a:extLst>
                </a:gridCol>
                <a:gridCol w="2121918">
                  <a:extLst>
                    <a:ext uri="{9D8B030D-6E8A-4147-A177-3AD203B41FA5}">
                      <a16:colId xmlns:a16="http://schemas.microsoft.com/office/drawing/2014/main" val="4258136632"/>
                    </a:ext>
                  </a:extLst>
                </a:gridCol>
              </a:tblGrid>
              <a:tr h="21681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Stress 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Time(Hrs)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Wafer #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230068"/>
                  </a:ext>
                </a:extLst>
              </a:tr>
              <a:tr h="216815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728762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881587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093246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625530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1.5k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3206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1k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285115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565033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38113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29597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474504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457710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1.096k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643291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1.096k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963959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85049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650215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120462"/>
                  </a:ext>
                </a:extLst>
              </a:tr>
              <a:tr h="216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Idss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0825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18A7DA-204F-450E-A012-E86257C7DFD5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978497"/>
          <a:ext cx="5913364" cy="4023441"/>
        </p:xfrm>
        <a:graphic>
          <a:graphicData uri="http://schemas.openxmlformats.org/drawingml/2006/table">
            <a:tbl>
              <a:tblPr/>
              <a:tblGrid>
                <a:gridCol w="517015">
                  <a:extLst>
                    <a:ext uri="{9D8B030D-6E8A-4147-A177-3AD203B41FA5}">
                      <a16:colId xmlns:a16="http://schemas.microsoft.com/office/drawing/2014/main" val="1395905694"/>
                    </a:ext>
                  </a:extLst>
                </a:gridCol>
                <a:gridCol w="969404">
                  <a:extLst>
                    <a:ext uri="{9D8B030D-6E8A-4147-A177-3AD203B41FA5}">
                      <a16:colId xmlns:a16="http://schemas.microsoft.com/office/drawing/2014/main" val="855743240"/>
                    </a:ext>
                  </a:extLst>
                </a:gridCol>
                <a:gridCol w="969404">
                  <a:extLst>
                    <a:ext uri="{9D8B030D-6E8A-4147-A177-3AD203B41FA5}">
                      <a16:colId xmlns:a16="http://schemas.microsoft.com/office/drawing/2014/main" val="2288531716"/>
                    </a:ext>
                  </a:extLst>
                </a:gridCol>
                <a:gridCol w="517015">
                  <a:extLst>
                    <a:ext uri="{9D8B030D-6E8A-4147-A177-3AD203B41FA5}">
                      <a16:colId xmlns:a16="http://schemas.microsoft.com/office/drawing/2014/main" val="1230783865"/>
                    </a:ext>
                  </a:extLst>
                </a:gridCol>
                <a:gridCol w="818608">
                  <a:extLst>
                    <a:ext uri="{9D8B030D-6E8A-4147-A177-3AD203B41FA5}">
                      <a16:colId xmlns:a16="http://schemas.microsoft.com/office/drawing/2014/main" val="1771197001"/>
                    </a:ext>
                  </a:extLst>
                </a:gridCol>
                <a:gridCol w="2121918">
                  <a:extLst>
                    <a:ext uri="{9D8B030D-6E8A-4147-A177-3AD203B41FA5}">
                      <a16:colId xmlns:a16="http://schemas.microsoft.com/office/drawing/2014/main" val="1377985941"/>
                    </a:ext>
                  </a:extLst>
                </a:gridCol>
              </a:tblGrid>
              <a:tr h="236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Stress 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Time(Hrs)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Wafer #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99902"/>
                  </a:ext>
                </a:extLst>
              </a:tr>
              <a:tr h="236673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142563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pulled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687019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06463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1K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27993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571258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1.288K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076184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618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828033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832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399672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1PB52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pulled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960885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pulled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80542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570738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1.432K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972928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93459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283688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IGSS functional 2K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164815"/>
                  </a:ext>
                </a:extLst>
              </a:tr>
              <a:tr h="236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B010-Mix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57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422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8090-A43A-489B-AFCC-84E4BB16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LIFE TEST SUMMARY HTRB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F3FB4D-086E-451D-A788-0B148179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272E7B-A10F-422E-946D-08AF10B92E83}"/>
              </a:ext>
            </a:extLst>
          </p:cNvPr>
          <p:cNvGraphicFramePr>
            <a:graphicFrameLocks noGrp="1"/>
          </p:cNvGraphicFramePr>
          <p:nvPr/>
        </p:nvGraphicFramePr>
        <p:xfrm>
          <a:off x="2578100" y="2358712"/>
          <a:ext cx="7035800" cy="1600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81379017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835808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91597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431195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64517222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167325536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Stress 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Time(Hrs)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Wafer #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1170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4652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15919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2825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44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667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Hard failures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8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4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7900</TotalTime>
  <Words>493</Words>
  <Application>Microsoft Office PowerPoint</Application>
  <PresentationFormat>Widescreen</PresentationFormat>
  <Paragraphs>264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Helvetica</vt:lpstr>
      <vt:lpstr>Office Theme</vt:lpstr>
      <vt:lpstr>  HTGB &amp; HTRB Life TEST FBG10N30</vt:lpstr>
      <vt:lpstr>DC LIFE TEST</vt:lpstr>
      <vt:lpstr>OVEN LOGS</vt:lpstr>
      <vt:lpstr>HTGB LIFE</vt:lpstr>
      <vt:lpstr>HTGB LIFE</vt:lpstr>
      <vt:lpstr>HTGB</vt:lpstr>
      <vt:lpstr>HTGB</vt:lpstr>
      <vt:lpstr>HTGB</vt:lpstr>
      <vt:lpstr>HTGB</vt:lpstr>
      <vt:lpstr>HTGB</vt:lpstr>
      <vt:lpstr>HTRB</vt:lpstr>
      <vt:lpstr>HTRB</vt:lpstr>
      <vt:lpstr>HTRB</vt:lpstr>
      <vt:lpstr>HTRB</vt:lpstr>
      <vt:lpstr>HTRB</vt:lpstr>
      <vt:lpstr>HTRB</vt:lpstr>
      <vt:lpstr>HTRB</vt:lpstr>
      <vt:lpstr>LIFE TEST SUMMARY HTGB</vt:lpstr>
      <vt:lpstr>LIFE TEST SUMMARY HTRB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Max Zafrani</cp:lastModifiedBy>
  <cp:revision>215</cp:revision>
  <dcterms:created xsi:type="dcterms:W3CDTF">2020-04-15T23:34:04Z</dcterms:created>
  <dcterms:modified xsi:type="dcterms:W3CDTF">2022-05-16T05:30:58Z</dcterms:modified>
</cp:coreProperties>
</file>