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7"/>
  </p:notesMasterIdLst>
  <p:sldIdLst>
    <p:sldId id="362" r:id="rId2"/>
    <p:sldId id="349" r:id="rId3"/>
    <p:sldId id="350" r:id="rId4"/>
    <p:sldId id="351" r:id="rId5"/>
    <p:sldId id="35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75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96357" autoAdjust="0"/>
  </p:normalViewPr>
  <p:slideViewPr>
    <p:cSldViewPr snapToGrid="0" snapToObjects="1">
      <p:cViewPr varScale="1">
        <p:scale>
          <a:sx n="77" d="100"/>
          <a:sy n="77" d="100"/>
        </p:scale>
        <p:origin x="285" y="4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3648-2745-404C-AB28-DBFC1931C621}" type="datetimeFigureOut">
              <a:rPr lang="en-US" smtClean="0"/>
              <a:t>5/12/2022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18E68-0542-47E9-9A0D-1605328C58E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8568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783A19-A819-9A4A-ABD1-6F513CBE67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EPC.SPACE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8FA0FC-6AA3-FD49-8E73-4F4264668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1632D-9FED-2D41-89A3-82DD84E00D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Picture 8" descr="A picture containing nature, blue, sky, water&#10;&#10;Description automatically generated">
            <a:extLst>
              <a:ext uri="{FF2B5EF4-FFF2-40B4-BE49-F238E27FC236}">
                <a16:creationId xmlns:a16="http://schemas.microsoft.com/office/drawing/2014/main" id="{A143E2E1-DA84-2E4A-B55A-4006D4C0F250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Picture 10" descr="A close up of a sign&#10;&#10;Description automatically generated">
            <a:extLst>
              <a:ext uri="{FF2B5EF4-FFF2-40B4-BE49-F238E27FC236}">
                <a16:creationId xmlns:a16="http://schemas.microsoft.com/office/drawing/2014/main" id="{F5E07E3F-0306-BF43-A4DD-BE09B12C35A4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09800" y="2867819"/>
            <a:ext cx="8037560" cy="1122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565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picture containing sky, blue, star, man&#10;&#10;Description automatically generated">
            <a:extLst>
              <a:ext uri="{FF2B5EF4-FFF2-40B4-BE49-F238E27FC236}">
                <a16:creationId xmlns:a16="http://schemas.microsoft.com/office/drawing/2014/main" id="{FC79CBE9-4CCF-3546-9D30-A0B4654A8918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765156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44831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415787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screenshot of a cell phone&#10;&#10;Description automatically generated">
            <a:extLst>
              <a:ext uri="{FF2B5EF4-FFF2-40B4-BE49-F238E27FC236}">
                <a16:creationId xmlns:a16="http://schemas.microsoft.com/office/drawing/2014/main" id="{9B15706F-144A-F940-B109-65DD5C274E53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14F508B-0200-B047-9495-4C9EAF3902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2B50CB-6A38-694D-9E72-B41CCD233B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3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B11E24CA-704B-41D0-AB1E-3661E2C6DD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F7D9ECD9-4D4F-4F30-8264-2B6FD1AD0A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4217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8FF12DA-9916-4890-B5A6-0CF20E196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C8D228E-B119-490F-9544-AFCDF22E65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06685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681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close up of a logo&#10;&#10;Description automatically generated">
            <a:extLst>
              <a:ext uri="{FF2B5EF4-FFF2-40B4-BE49-F238E27FC236}">
                <a16:creationId xmlns:a16="http://schemas.microsoft.com/office/drawing/2014/main" id="{BE1F61F0-FF18-BF4A-A61F-6B90A1A7302B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4A617B3C-C1F9-4CBA-A0AE-798C304F986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990D575-AE5F-4284-ACC9-19693D952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B15A3667-8500-451B-9217-F70A5C24DD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8763" y="437792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A37CA25B-B78C-4576-B81A-4A17321CCB52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926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ABA768-88BB-2345-8D04-45C8E50C0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3855-67E0-CA47-BB49-EF3744F88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36CF888-1C26-405D-8360-530C329E4D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8C6565A3-050A-4704-8A68-488434451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293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4BEBC-DA7F-624F-AE81-47FCD70B86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C0968-B931-2446-B6B8-A57CF33BF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69039934-44FF-437F-9AD4-6845EF2DBB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1F7B4AB-75F5-49BC-8F8C-3EC32B39D3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5775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1BA92-21DE-2F40-AFCE-39EDAC5AB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D7F41-27E4-3641-A607-6101F4480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091D05-70C4-1245-B07A-C9D57B6F54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CAD9715-3D59-432B-A312-17C96803DAE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799AA6C-8935-4CE5-96AF-52752C99DF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6935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1CD20-EF45-C54D-A54D-D3B541E945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564293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4EA387-3CF9-9547-BBE3-253A97455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88033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63AF46-BE02-894C-B902-A65B0DD752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704243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29F7DB-53D3-FC47-B5C5-2D5EA02182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880329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28F9E7-A88A-D943-B162-EA20D63F3B9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70424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065D8C86-80C2-4212-92C9-C673ACB62C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23C147D-FB9A-498C-9D5B-37FEDB4614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66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338E5-D337-D94A-8827-77735A032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Date Placeholder 3">
            <a:extLst>
              <a:ext uri="{FF2B5EF4-FFF2-40B4-BE49-F238E27FC236}">
                <a16:creationId xmlns:a16="http://schemas.microsoft.com/office/drawing/2014/main" id="{1535A825-D932-4B23-B7DE-CC511F0462C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D5E666-150C-4667-857C-C124D4AE79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878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D6D4BFE-B36B-4D44-BC8E-2470B29A58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CDB116-ED7D-4491-B0AB-C474840F82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0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AAEBC9-1831-DE49-B4BD-57705E28C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864601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BEDAB-75CF-D246-8091-FA604B68D3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13948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079587-65B1-7E4B-9159-65CCF860CC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4648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1E3AC454-7498-488F-B76B-2D30C16DFD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2B73450-9FB1-48E9-9A6F-E9011B7835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0463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8C3C-2F37-5C4A-A738-F881B14E9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84C531-C056-7A44-8BAE-F83058759B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5F5E64-3913-5840-BD76-E0ED1FF0AC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CECA6F3D-958A-4521-9FF0-4C295EF45B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A11C9C0-15BD-41E3-ABCC-26D3BAEBF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55159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DDF9E-0921-5F40-9AE5-65532AE2D0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2927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816C35-90F3-EE4C-8A60-1E587FA06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408699F-BC2E-47A1-89F9-061188174D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47E6521A-1908-426C-8D52-247AFB7271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2653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E22814-E726-C547-9BC2-9EFA0542E8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923452"/>
            <a:ext cx="2628900" cy="544362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E73289-ADA4-D64B-AA2A-A10D69CFD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23452"/>
            <a:ext cx="7734300" cy="54436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F734181-5E9B-4D00-91B8-492F2F1999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EPC.SPACE</a:t>
            </a:r>
            <a:endParaRPr lang="en-US" dirty="0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0D9BC53-3FE7-48D8-9877-70440E6CE4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26577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8763" y="603971"/>
            <a:ext cx="10993549" cy="889851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8763" y="1515060"/>
            <a:ext cx="10993546" cy="59032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50A1A658-C697-48B6-A38E-1EE8EB2163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2097297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25E3102E-DD8B-4D04-A8B4-B6950ABB5A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11341791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856057"/>
            <a:ext cx="11029616" cy="47479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A251A69E-2577-42CE-8F19-B8BAF8BC6B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192" y="1623225"/>
            <a:ext cx="11029616" cy="3877985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104B791F-57C0-429A-A0C2-A6B276BC92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r>
              <a:rPr lang="en-US" dirty="0"/>
              <a:t>Epc.space</a:t>
            </a:r>
          </a:p>
        </p:txBody>
      </p:sp>
    </p:spTree>
    <p:extLst>
      <p:ext uri="{BB962C8B-B14F-4D97-AF65-F5344CB8AC3E}">
        <p14:creationId xmlns:p14="http://schemas.microsoft.com/office/powerpoint/2010/main" val="23905102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screenshot of a cell phone&#10;&#10;Description automatically generated">
            <a:extLst>
              <a:ext uri="{FF2B5EF4-FFF2-40B4-BE49-F238E27FC236}">
                <a16:creationId xmlns:a16="http://schemas.microsoft.com/office/drawing/2014/main" id="{072CE035-55A2-493F-8D9C-8DD89E8C6C5E}"/>
              </a:ext>
            </a:extLst>
          </p:cNvPr>
          <p:cNvPicPr>
            <a:picLocks noChangeAspect="1"/>
          </p:cNvPicPr>
          <p:nvPr/>
        </p:nvPicPr>
        <p:blipFill>
          <a:blip r:embed="rId19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546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66941F4-EE6A-0243-9954-A988F3A89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8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07CA05-E293-6D4F-9153-AF706238A7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0668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E0464-4D62-104F-8A7B-F404C1390A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0415D-E737-F945-9839-D037779ADF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9898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49" r:id="rId2"/>
    <p:sldLayoutId id="2147483661" r:id="rId3"/>
    <p:sldLayoutId id="2147483660" r:id="rId4"/>
    <p:sldLayoutId id="2147483665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  <p:sldLayoutId id="2147483663" r:id="rId16"/>
    <p:sldLayoutId id="2147483664" r:id="rId17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elvetica" panose="020B0604020202020204" pitchFamily="34" charset="0"/>
          <a:ea typeface="+mj-ea"/>
          <a:cs typeface="Helvetica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elvetica" panose="020B0604020202020204" pitchFamily="34" charset="0"/>
          <a:ea typeface="+mn-ea"/>
          <a:cs typeface="Helvetica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D16B3-AB76-4ACB-96F7-C2A3B775F3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SWITCHING  STRESS TEST</a:t>
            </a:r>
            <a:br>
              <a:rPr lang="en-US" sz="3600" dirty="0"/>
            </a:br>
            <a:r>
              <a:rPr lang="en-US" sz="3600" dirty="0"/>
              <a:t>FBG20N18</a:t>
            </a:r>
          </a:p>
        </p:txBody>
      </p:sp>
    </p:spTree>
    <p:extLst>
      <p:ext uri="{BB962C8B-B14F-4D97-AF65-F5344CB8AC3E}">
        <p14:creationId xmlns:p14="http://schemas.microsoft.com/office/powerpoint/2010/main" val="10950181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042B7-F20A-4833-90ED-81960B35E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Switching STRESS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6D311C-D70A-4B03-A53E-EBFF257D5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737621B-0E71-4D7C-9EA1-B00862D9EF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81025" y="1624013"/>
            <a:ext cx="11029950" cy="3876675"/>
          </a:xfrm>
        </p:spPr>
        <p:txBody>
          <a:bodyPr>
            <a:noAutofit/>
          </a:bodyPr>
          <a:lstStyle/>
          <a:p>
            <a:r>
              <a:rPr lang="en-US" sz="2200" dirty="0"/>
              <a:t>Parts were grouped and run at successively higher voltage.</a:t>
            </a:r>
          </a:p>
          <a:p>
            <a:r>
              <a:rPr lang="en-US" sz="2200" dirty="0"/>
              <a:t>Stress Switching Testing :  Tested variations of VDS voltage, IDS current and Switching Frequency in a high side buck converter over multiple 20Hour test times</a:t>
            </a:r>
          </a:p>
          <a:p>
            <a:pPr lvl="1"/>
            <a:r>
              <a:rPr lang="en-US" sz="2200" dirty="0"/>
              <a:t>VDS Tested : 60 to 240V (Nominal) measured at Power supply and does not include any overshoot occurring at the DUT due to the buck 	circuit performance.</a:t>
            </a:r>
            <a:endParaRPr lang="en-US" sz="2200" dirty="0">
              <a:solidFill>
                <a:srgbClr val="FF0000"/>
              </a:solidFill>
            </a:endParaRPr>
          </a:p>
          <a:p>
            <a:pPr lvl="1"/>
            <a:r>
              <a:rPr lang="en-US" sz="2200" dirty="0" err="1"/>
              <a:t>Iout</a:t>
            </a:r>
            <a:r>
              <a:rPr lang="en-US" sz="2200" dirty="0"/>
              <a:t> tested : 1 to 9A current limited by heat dissipation </a:t>
            </a:r>
          </a:p>
          <a:p>
            <a:pPr lvl="1"/>
            <a:r>
              <a:rPr lang="en-US" sz="2200" dirty="0"/>
              <a:t>Test period was ~18 hours (Overnight)</a:t>
            </a:r>
          </a:p>
          <a:p>
            <a:pPr lvl="1"/>
            <a:r>
              <a:rPr lang="en-US" sz="2200" dirty="0"/>
              <a:t>Parts tested with full parametric test on Focused tester after every step.</a:t>
            </a:r>
          </a:p>
          <a:p>
            <a:pPr lvl="1"/>
            <a:r>
              <a:rPr lang="en-US" sz="2200" dirty="0"/>
              <a:t> Parts with very high leakage were removed at each step</a:t>
            </a:r>
          </a:p>
          <a:p>
            <a:pPr lvl="1"/>
            <a:r>
              <a:rPr lang="en-US" sz="2200" dirty="0"/>
              <a:t>X axis (voltage represents Applied stress voltage not test voltage)</a:t>
            </a:r>
          </a:p>
        </p:txBody>
      </p:sp>
    </p:spTree>
    <p:extLst>
      <p:ext uri="{BB962C8B-B14F-4D97-AF65-F5344CB8AC3E}">
        <p14:creationId xmlns:p14="http://schemas.microsoft.com/office/powerpoint/2010/main" val="3817834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858803-7B52-435E-92CD-02B2EE429A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Case temps and SOA limits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99E26-0535-464A-B057-556882AE0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7B1324-299A-4B2D-BB0E-B099BAAC32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1814" y="2227521"/>
            <a:ext cx="4554107" cy="3029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419A275-E55E-4763-8E51-4D30F9C177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646" y="2245811"/>
            <a:ext cx="5218628" cy="301168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6F37D54-71D7-46A1-B6D5-ADCABF6F5529}"/>
              </a:ext>
            </a:extLst>
          </p:cNvPr>
          <p:cNvSpPr txBox="1"/>
          <p:nvPr/>
        </p:nvSpPr>
        <p:spPr>
          <a:xfrm>
            <a:off x="296091" y="5549402"/>
            <a:ext cx="114082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Take away : Switching losses are driving Case temp more than current</a:t>
            </a:r>
          </a:p>
        </p:txBody>
      </p:sp>
    </p:spTree>
    <p:extLst>
      <p:ext uri="{BB962C8B-B14F-4D97-AF65-F5344CB8AC3E}">
        <p14:creationId xmlns:p14="http://schemas.microsoft.com/office/powerpoint/2010/main" val="15635212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0FD6C-81F1-4D44-AC57-42893FC43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Switching Stress Parametric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F73B5B-9C14-464E-9F38-5273C7FEFE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CAA75B-B5D7-4058-8629-6609004D44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432" y="1443519"/>
            <a:ext cx="4584589" cy="274953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0B76C58-626B-45F4-894B-8AA009BD60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3639" y="1443519"/>
            <a:ext cx="4105244" cy="274953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1579176-9557-40C1-8292-5069531256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38953" y="4193053"/>
            <a:ext cx="4095951" cy="2469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974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6BAD88-5A16-4A54-981D-900B46A16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Switching Stress Parametric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A2D554-73DE-43C7-8CBB-14664D6209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7082546-A5B6-4178-8D17-13B7C918B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95" y="1651894"/>
            <a:ext cx="4257836" cy="24498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116D456-743C-41D1-9738-D87BC4A17E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4055" y="4203505"/>
            <a:ext cx="4254156" cy="244984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ABF44CE-FA5C-4F95-9486-A0281DB9FE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209" y="1550127"/>
            <a:ext cx="4254156" cy="2551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6828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3" id="{97F4E4FD-3BA3-473E-B7A8-0DF235177392}" vid="{32208431-F46B-44E9-B888-516CDC64903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EPC SPACE PPT Template</Template>
  <TotalTime>2125</TotalTime>
  <Words>157</Words>
  <Application>Microsoft Office PowerPoint</Application>
  <PresentationFormat>Widescreen</PresentationFormat>
  <Paragraphs>18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Helvetica</vt:lpstr>
      <vt:lpstr>Office Theme</vt:lpstr>
      <vt:lpstr>SWITCHING  STRESS TEST FBG20N18</vt:lpstr>
      <vt:lpstr>Switching STRESS</vt:lpstr>
      <vt:lpstr>Case temps and SOA limits</vt:lpstr>
      <vt:lpstr>Switching Stress Parametric</vt:lpstr>
      <vt:lpstr>Switching Stress Parametric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Renee Yawger</dc:creator>
  <cp:lastModifiedBy>Max Zafrani</cp:lastModifiedBy>
  <cp:revision>223</cp:revision>
  <dcterms:created xsi:type="dcterms:W3CDTF">2020-04-15T23:34:04Z</dcterms:created>
  <dcterms:modified xsi:type="dcterms:W3CDTF">2022-05-13T03:30:53Z</dcterms:modified>
</cp:coreProperties>
</file>