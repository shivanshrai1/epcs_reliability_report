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362" r:id="rId2"/>
    <p:sldId id="349" r:id="rId3"/>
    <p:sldId id="350" r:id="rId4"/>
    <p:sldId id="351" r:id="rId5"/>
    <p:sldId id="35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65" autoAdjust="0"/>
    <p:restoredTop sz="96357" autoAdjust="0"/>
  </p:normalViewPr>
  <p:slideViewPr>
    <p:cSldViewPr snapToGrid="0" snapToObjects="1">
      <p:cViewPr varScale="1">
        <p:scale>
          <a:sx n="110" d="100"/>
          <a:sy n="110" d="100"/>
        </p:scale>
        <p:origin x="645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3648-2745-404C-AB28-DBFC1931C621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18E68-0542-47E9-9A0D-1605328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5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3A19-A819-9A4A-ABD1-6F513CBE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EPC.SPACE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FA0FC-6AA3-FD49-8E73-4F426466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1632D-9FED-2D41-89A3-82DD84E0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nature, blue, sky, water&#10;&#10;Description automatically generated">
            <a:extLst>
              <a:ext uri="{FF2B5EF4-FFF2-40B4-BE49-F238E27FC236}">
                <a16:creationId xmlns:a16="http://schemas.microsoft.com/office/drawing/2014/main" id="{A143E2E1-DA84-2E4A-B55A-4006D4C0F2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F5E07E3F-0306-BF43-A4DD-BE09B12C35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2867819"/>
            <a:ext cx="8037560" cy="112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6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ky, blue, star, man&#10;&#10;Description automatically generated">
            <a:extLst>
              <a:ext uri="{FF2B5EF4-FFF2-40B4-BE49-F238E27FC236}">
                <a16:creationId xmlns:a16="http://schemas.microsoft.com/office/drawing/2014/main" id="{FC79CBE9-4CCF-3546-9D30-A0B4654A8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5156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483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1578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B15706F-144A-F940-B109-65DD5C274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11E24CA-704B-41D0-AB1E-3661E2C6D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D9ECD9-4D4F-4F30-8264-2B6FD1AD0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2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FF12DA-9916-4890-B5A6-0CF20E1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D228E-B119-490F-9544-AFCDF22E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8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681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15A3667-8500-451B-9217-F70A5C24D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763" y="437792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37CA25B-B78C-4576-B81A-4A17321CCB5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2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A768-88BB-2345-8D04-45C8E50C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3855-67E0-CA47-BB49-EF3744F8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6CF888-1C26-405D-8360-530C329E4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6565A3-050A-4704-8A68-488434451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9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BEBC-DA7F-624F-AE81-47FCD70B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C0968-B931-2446-B6B8-A57CF33B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9039934-44FF-437F-9AD4-6845EF2DB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F7B4AB-75F5-49BC-8F8C-3EC32B39D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BA92-21DE-2F40-AFCE-39EDAC5A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7F41-27E4-3641-A607-6101F4480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91D05-70C4-1245-B07A-C9D57B6F5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CAD9715-3D59-432B-A312-17C96803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99AA6C-8935-4CE5-96AF-52752C99D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9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CD20-EF45-C54D-A54D-D3B541E9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64293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EA387-3CF9-9547-BBE3-253A97455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8033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3AF46-BE02-894C-B902-A65B0DD75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04243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9F7DB-53D3-FC47-B5C5-2D5EA0218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8032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8F9E7-A88A-D943-B162-EA20D63F3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0424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5D8C86-80C2-4212-92C9-C673ACB6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3C147D-FB9A-498C-9D5B-37FEDB461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6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38E5-D337-D94A-8827-77735A03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535A825-D932-4B23-B7DE-CC511F046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D5E666-150C-4667-857C-C124D4AE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7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6D4BFE-B36B-4D44-BC8E-2470B29A5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DB116-ED7D-4491-B0AB-C474840F8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0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EBC9-1831-DE49-B4BD-57705E28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46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BEDAB-75CF-D246-8091-FA604B68D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948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79587-65B1-7E4B-9159-65CCF860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8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E3AC454-7498-488F-B76B-2D30C16D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2B73450-9FB1-48E9-9A6F-E9011B78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4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8C3C-2F37-5C4A-A738-F881B14E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4C531-C056-7A44-8BAE-F83058759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F5E64-3913-5840-BD76-E0ED1FF0A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ECA6F3D-958A-4521-9FF0-4C295EF4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A11C9C0-15BD-41E3-ABCC-26D3BAEBF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51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DF9E-0921-5F40-9AE5-65532AE2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9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16C35-90F3-EE4C-8A60-1E587FA06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08699F-BC2E-47A1-89F9-061188174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E6521A-1908-426C-8D52-247AFB727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65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22814-E726-C547-9BC2-9EFA0542E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23452"/>
            <a:ext cx="2628900" cy="54436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73289-ADA4-D64B-AA2A-A10D69CFD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23452"/>
            <a:ext cx="7734300" cy="5443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F734181-5E9B-4D00-91B8-492F2F199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D9BC53-3FE7-48D8-9877-70440E6CE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57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763" y="603971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763" y="1515060"/>
            <a:ext cx="10993546" cy="59032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0A1A658-C697-48B6-A38E-1EE8EB216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E3102E-DD8B-4D04-A8B4-B6950ABB5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1134179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56057"/>
            <a:ext cx="11029616" cy="4747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251A69E-2577-42CE-8F19-B8BAF8BC6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1623225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4B791F-57C0-429A-A0C2-A6B276BC9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239051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072CE035-55A2-493F-8D9C-8DD89E8C6C5E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6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941F4-EE6A-0243-9954-A988F3A8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7CA05-E293-6D4F-9153-AF706238A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0668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E0464-4D62-104F-8A7B-F404C1390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9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1" r:id="rId3"/>
    <p:sldLayoutId id="2147483660" r:id="rId4"/>
    <p:sldLayoutId id="2147483665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3" r:id="rId16"/>
    <p:sldLayoutId id="2147483664" r:id="rId1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16B3-AB76-4ACB-96F7-C2A3B775F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SWITCHING  STRESS TEST</a:t>
            </a:r>
            <a:br>
              <a:rPr lang="en-US" sz="3600" dirty="0"/>
            </a:br>
            <a:r>
              <a:rPr lang="en-US" sz="3600" dirty="0"/>
              <a:t>FBG10N30</a:t>
            </a:r>
          </a:p>
        </p:txBody>
      </p:sp>
    </p:spTree>
    <p:extLst>
      <p:ext uri="{BB962C8B-B14F-4D97-AF65-F5344CB8AC3E}">
        <p14:creationId xmlns:p14="http://schemas.microsoft.com/office/powerpoint/2010/main" val="109501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42B7-F20A-4833-90ED-81960B35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Switching STRESS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6D311C-D70A-4B03-A53E-EBFF257D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737621B-0E71-4D7C-9EA1-B00862D9E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025" y="1624013"/>
            <a:ext cx="11029950" cy="3876675"/>
          </a:xfrm>
        </p:spPr>
        <p:txBody>
          <a:bodyPr>
            <a:noAutofit/>
          </a:bodyPr>
          <a:lstStyle/>
          <a:p>
            <a:r>
              <a:rPr lang="en-US" sz="2300" dirty="0"/>
              <a:t>Parts were grouped and run at successively higher voltage.</a:t>
            </a:r>
          </a:p>
          <a:p>
            <a:r>
              <a:rPr lang="en-US" sz="2300" dirty="0"/>
              <a:t>Stress Switching Testing :  Tested variations of VDS voltage, IDS current and Switching Frequency in a high side buck converter over multiple 20Hour test times</a:t>
            </a:r>
          </a:p>
          <a:p>
            <a:r>
              <a:rPr lang="en-US" sz="2300" dirty="0"/>
              <a:t>VDS Tested : 40 to 135V (Nominal) measured at Power supply and does not include any overshoot occurring at the DUT due to the buck 	circuit performance.</a:t>
            </a:r>
            <a:endParaRPr lang="en-US" sz="2300" dirty="0">
              <a:solidFill>
                <a:srgbClr val="FF0000"/>
              </a:solidFill>
            </a:endParaRPr>
          </a:p>
          <a:p>
            <a:r>
              <a:rPr lang="en-US" sz="2300" dirty="0" err="1"/>
              <a:t>Iout</a:t>
            </a:r>
            <a:r>
              <a:rPr lang="en-US" sz="2300" dirty="0"/>
              <a:t> tested : 4 to 15A (current limited by heat dissipation) </a:t>
            </a:r>
          </a:p>
          <a:p>
            <a:pPr lvl="1"/>
            <a:r>
              <a:rPr lang="en-US" sz="2300" dirty="0"/>
              <a:t>Test period was ~18 hours (Overnight)</a:t>
            </a:r>
          </a:p>
          <a:p>
            <a:pPr lvl="1"/>
            <a:r>
              <a:rPr lang="en-US" sz="2300" dirty="0"/>
              <a:t>Parts tested with full parametric test on Focused tester after every step.</a:t>
            </a:r>
          </a:p>
          <a:p>
            <a:pPr lvl="1"/>
            <a:r>
              <a:rPr lang="en-US" sz="2300" dirty="0"/>
              <a:t> Parts with very high leakage were removed at each step</a:t>
            </a:r>
          </a:p>
          <a:p>
            <a:pPr lvl="1"/>
            <a:r>
              <a:rPr lang="en-US" sz="2300" dirty="0"/>
              <a:t>X axis (voltage represents Applied stress voltage not test voltage)</a:t>
            </a:r>
          </a:p>
        </p:txBody>
      </p:sp>
    </p:spTree>
    <p:extLst>
      <p:ext uri="{BB962C8B-B14F-4D97-AF65-F5344CB8AC3E}">
        <p14:creationId xmlns:p14="http://schemas.microsoft.com/office/powerpoint/2010/main" val="381783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8803-7B52-435E-92CD-02B2EE42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temps and SOA limits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99E26-0535-464A-B057-556882AE0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F37D54-71D7-46A1-B6D5-ADCABF6F5529}"/>
              </a:ext>
            </a:extLst>
          </p:cNvPr>
          <p:cNvSpPr txBox="1"/>
          <p:nvPr/>
        </p:nvSpPr>
        <p:spPr>
          <a:xfrm>
            <a:off x="296091" y="5549402"/>
            <a:ext cx="1140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away : Switching losses are driving Case temp more than current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3D858B-FFC2-4E2F-B780-FAC4269E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064" y="2065359"/>
            <a:ext cx="4554107" cy="27495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191227-826A-47A7-BC22-BD0095B22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29" y="1813135"/>
            <a:ext cx="4438273" cy="27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2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FD6C-81F1-4D44-AC57-42893FC4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Switching Stress Parametric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F73B5B-9C14-464E-9F38-5273C7FE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6BA6FF-A85D-4169-83C1-A8EE68F38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45" y="1377815"/>
            <a:ext cx="4095951" cy="27556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870DBC-BA34-4973-9AE1-CE91713B9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904" y="1346738"/>
            <a:ext cx="4095951" cy="27556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2F7FF3-7811-46DD-95B5-E528BC2A7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655" y="4102369"/>
            <a:ext cx="4095951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74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AD88-5A16-4A54-981D-900B46A1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Switching Stress Parametric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A2D554-73DE-43C7-8CBB-14664D62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671557-8598-4A75-A0ED-73AA43CD9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9" y="1651894"/>
            <a:ext cx="4257836" cy="2449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F94F7B-A529-46F4-A39B-8555A25E6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44" y="1651894"/>
            <a:ext cx="4254156" cy="2449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E9C50E-39C8-45EB-9927-A6E14DCF8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082" y="4265022"/>
            <a:ext cx="4257836" cy="244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68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7F4E4FD-3BA3-473E-B7A8-0DF235177392}" vid="{32208431-F46B-44E9-B888-516CDC6490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EPC SPACE PPT Template</Template>
  <TotalTime>7964</TotalTime>
  <Words>159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Helvetica</vt:lpstr>
      <vt:lpstr>Office Theme</vt:lpstr>
      <vt:lpstr>SWITCHING  STRESS TEST FBG10N30</vt:lpstr>
      <vt:lpstr>Switching STRESS</vt:lpstr>
      <vt:lpstr>Case temps and SOA limits</vt:lpstr>
      <vt:lpstr>Switching Stress Parametric</vt:lpstr>
      <vt:lpstr>Switching Stress Parametric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Renee Yawger</dc:creator>
  <cp:lastModifiedBy>Max Zafrani</cp:lastModifiedBy>
  <cp:revision>214</cp:revision>
  <dcterms:created xsi:type="dcterms:W3CDTF">2020-04-15T23:34:04Z</dcterms:created>
  <dcterms:modified xsi:type="dcterms:W3CDTF">2022-05-13T03:19:49Z</dcterms:modified>
</cp:coreProperties>
</file>